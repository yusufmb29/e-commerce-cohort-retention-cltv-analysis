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3" r:id="rId4"/>
  </p:sldMasterIdLst>
  <p:sldIdLst>
    <p:sldId id="257" r:id="rId5"/>
    <p:sldId id="269" r:id="rId6"/>
    <p:sldId id="277" r:id="rId7"/>
    <p:sldId id="258" r:id="rId8"/>
    <p:sldId id="279" r:id="rId9"/>
    <p:sldId id="280" r:id="rId10"/>
    <p:sldId id="285" r:id="rId11"/>
    <p:sldId id="282" r:id="rId12"/>
    <p:sldId id="283" r:id="rId13"/>
    <p:sldId id="284" r:id="rId14"/>
    <p:sldId id="286" r:id="rId15"/>
    <p:sldId id="287" r:id="rId16"/>
    <p:sldId id="288" r:id="rId17"/>
    <p:sldId id="270" r:id="rId18"/>
    <p:sldId id="272" r:id="rId19"/>
    <p:sldId id="274" r:id="rId20"/>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gs" Target="tags/tag353.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image" Target="../media/image1.png"/><Relationship Id="rId2" Type="http://schemas.openxmlformats.org/officeDocument/2006/relationships/tags" Target="../tags/tag44.xml"/><Relationship Id="rId10" Type="http://schemas.openxmlformats.org/officeDocument/2006/relationships/tags" Target="../tags/tag5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image" Target="../media/image1.png"/><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image" Target="../media/image1.png"/><Relationship Id="rId2" Type="http://schemas.openxmlformats.org/officeDocument/2006/relationships/tags" Target="../tags/tag5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8" Type="http://schemas.openxmlformats.org/officeDocument/2006/relationships/tags" Target="../tags/tag82.xml"/><Relationship Id="rId17" Type="http://schemas.openxmlformats.org/officeDocument/2006/relationships/tags" Target="../tags/tag81.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1" Type="http://schemas.openxmlformats.org/officeDocument/2006/relationships/tags" Target="../tags/tag111.xml"/><Relationship Id="rId20" Type="http://schemas.openxmlformats.org/officeDocument/2006/relationships/tags" Target="../tags/tag110.xml"/><Relationship Id="rId2" Type="http://schemas.openxmlformats.org/officeDocument/2006/relationships/tags" Target="../tags/tag92.xml"/><Relationship Id="rId19" Type="http://schemas.openxmlformats.org/officeDocument/2006/relationships/tags" Target="../tags/tag109.xml"/><Relationship Id="rId18" Type="http://schemas.openxmlformats.org/officeDocument/2006/relationships/tags" Target="../tags/tag108.xml"/><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tags" Target="../tags/tag135.xml"/><Relationship Id="rId13" Type="http://schemas.openxmlformats.org/officeDocument/2006/relationships/tags" Target="../tags/tag13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9" Type="http://schemas.openxmlformats.org/officeDocument/2006/relationships/tags" Target="../tags/tag204.xml"/><Relationship Id="rId18" Type="http://schemas.openxmlformats.org/officeDocument/2006/relationships/tags" Target="../tags/tag203.xml"/><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220.xml"/><Relationship Id="rId8" Type="http://schemas.openxmlformats.org/officeDocument/2006/relationships/tags" Target="../tags/tag219.xml"/><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9" Type="http://schemas.openxmlformats.org/officeDocument/2006/relationships/tags" Target="../tags/tag230.xml"/><Relationship Id="rId18" Type="http://schemas.openxmlformats.org/officeDocument/2006/relationships/tags" Target="../tags/tag229.xml"/><Relationship Id="rId17" Type="http://schemas.openxmlformats.org/officeDocument/2006/relationships/tags" Target="../tags/tag228.xml"/><Relationship Id="rId16" Type="http://schemas.openxmlformats.org/officeDocument/2006/relationships/tags" Target="../tags/tag227.xml"/><Relationship Id="rId15" Type="http://schemas.openxmlformats.org/officeDocument/2006/relationships/tags" Target="../tags/tag226.xml"/><Relationship Id="rId14" Type="http://schemas.openxmlformats.org/officeDocument/2006/relationships/tags" Target="../tags/tag225.xml"/><Relationship Id="rId13" Type="http://schemas.openxmlformats.org/officeDocument/2006/relationships/tags" Target="../tags/tag224.xml"/><Relationship Id="rId12" Type="http://schemas.openxmlformats.org/officeDocument/2006/relationships/tags" Target="../tags/tag223.xml"/><Relationship Id="rId11" Type="http://schemas.openxmlformats.org/officeDocument/2006/relationships/tags" Target="../tags/tag222.xml"/><Relationship Id="rId10" Type="http://schemas.openxmlformats.org/officeDocument/2006/relationships/tags" Target="../tags/tag221.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7" Type="http://schemas.openxmlformats.org/officeDocument/2006/relationships/tags" Target="../tags/tag246.xml"/><Relationship Id="rId16" Type="http://schemas.openxmlformats.org/officeDocument/2006/relationships/tags" Target="../tags/tag245.xml"/><Relationship Id="rId15" Type="http://schemas.openxmlformats.org/officeDocument/2006/relationships/tags" Target="../tags/tag244.xml"/><Relationship Id="rId14" Type="http://schemas.openxmlformats.org/officeDocument/2006/relationships/tags" Target="../tags/tag243.xml"/><Relationship Id="rId13" Type="http://schemas.openxmlformats.org/officeDocument/2006/relationships/tags" Target="../tags/tag242.xml"/><Relationship Id="rId12" Type="http://schemas.openxmlformats.org/officeDocument/2006/relationships/tags" Target="../tags/tag241.xml"/><Relationship Id="rId11" Type="http://schemas.openxmlformats.org/officeDocument/2006/relationships/tags" Target="../tags/tag240.xml"/><Relationship Id="rId10" Type="http://schemas.openxmlformats.org/officeDocument/2006/relationships/tags" Target="../tags/tag239.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254.xml"/><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9" Type="http://schemas.openxmlformats.org/officeDocument/2006/relationships/tags" Target="../tags/tag264.xml"/><Relationship Id="rId18" Type="http://schemas.openxmlformats.org/officeDocument/2006/relationships/tags" Target="../tags/tag263.xml"/><Relationship Id="rId17" Type="http://schemas.openxmlformats.org/officeDocument/2006/relationships/tags" Target="../tags/tag262.xml"/><Relationship Id="rId16" Type="http://schemas.openxmlformats.org/officeDocument/2006/relationships/tags" Target="../tags/tag261.xml"/><Relationship Id="rId15" Type="http://schemas.openxmlformats.org/officeDocument/2006/relationships/tags" Target="../tags/tag260.xml"/><Relationship Id="rId14" Type="http://schemas.openxmlformats.org/officeDocument/2006/relationships/tags" Target="../tags/tag259.xml"/><Relationship Id="rId13" Type="http://schemas.openxmlformats.org/officeDocument/2006/relationships/tags" Target="../tags/tag258.xml"/><Relationship Id="rId12" Type="http://schemas.openxmlformats.org/officeDocument/2006/relationships/tags" Target="../tags/tag257.xml"/><Relationship Id="rId11" Type="http://schemas.openxmlformats.org/officeDocument/2006/relationships/tags" Target="../tags/tag256.xml"/><Relationship Id="rId10" Type="http://schemas.openxmlformats.org/officeDocument/2006/relationships/tags" Target="../tags/tag255.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正文" descr="7b0a20202020227461726765744d6f64756c65223a202270726f636573734f6e6c696e65466f6e7473220a7d0a"/>
          <p:cNvSpPr txBox="1">
            <a:spLocks noGrp="1"/>
          </p:cNvSpPr>
          <p:nvPr>
            <p:ph idx="3"/>
            <p:custDataLst>
              <p:tags r:id="rId2"/>
            </p:custDataLst>
          </p:nvPr>
        </p:nvSpPr>
        <p:spPr>
          <a:xfrm>
            <a:off x="608400" y="1490400"/>
            <a:ext cx="10969200" cy="47592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116CEE"/>
              </a:buClr>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116CEE"/>
              </a:buClr>
            </a:pPr>
            <a:r>
              <a:rPr dirty="0">
                <a:sym typeface="+mn-ea"/>
              </a:rPr>
              <a:t>Click to edit Master text styles</a:t>
            </a:r>
            <a:endParaRPr dirty="0">
              <a:sym typeface="+mn-ea"/>
            </a:endParaRPr>
          </a:p>
          <a:p>
            <a:pPr lvl="1">
              <a:spcBef>
                <a:spcPts val="1200"/>
              </a:spcBef>
              <a:spcAft>
                <a:spcPts val="0"/>
              </a:spcAft>
              <a:buClr>
                <a:srgbClr val="116CEE"/>
              </a:buClr>
            </a:pPr>
            <a:r>
              <a:rPr dirty="0">
                <a:sym typeface="+mn-ea"/>
              </a:rPr>
              <a:t>Second level</a:t>
            </a:r>
            <a:endParaRPr dirty="0">
              <a:sym typeface="+mn-ea"/>
            </a:endParaRPr>
          </a:p>
          <a:p>
            <a:pPr lvl="2">
              <a:spcBef>
                <a:spcPts val="1200"/>
              </a:spcBef>
              <a:spcAft>
                <a:spcPts val="0"/>
              </a:spcAft>
              <a:buClr>
                <a:srgbClr val="116CEE"/>
              </a:buClr>
            </a:pPr>
            <a:r>
              <a:rPr dirty="0">
                <a:sym typeface="+mn-ea"/>
              </a:rPr>
              <a:t>Third level</a:t>
            </a:r>
            <a:endParaRPr dirty="0">
              <a:sym typeface="+mn-ea"/>
            </a:endParaRPr>
          </a:p>
          <a:p>
            <a:pPr lvl="3">
              <a:spcBef>
                <a:spcPts val="1200"/>
              </a:spcBef>
              <a:spcAft>
                <a:spcPts val="0"/>
              </a:spcAft>
              <a:buClr>
                <a:srgbClr val="116CEE"/>
              </a:buClr>
            </a:pPr>
            <a:r>
              <a:rPr dirty="0">
                <a:sym typeface="+mn-ea"/>
              </a:rPr>
              <a:t>Fourth level</a:t>
            </a:r>
            <a:endParaRPr dirty="0">
              <a:sym typeface="+mn-ea"/>
            </a:endParaRPr>
          </a:p>
          <a:p>
            <a:pPr lvl="4">
              <a:spcBef>
                <a:spcPts val="1200"/>
              </a:spcBef>
              <a:spcAft>
                <a:spcPts val="0"/>
              </a:spcAft>
              <a:buClr>
                <a:srgbClr val="116CEE"/>
              </a:buClr>
            </a:pPr>
            <a:r>
              <a:rPr dirty="0">
                <a:sym typeface="+mn-ea"/>
              </a:rPr>
              <a:t>Fifth level</a:t>
            </a:r>
            <a:endParaRPr dirty="0">
              <a:sym typeface="+mn-ea"/>
            </a:endParaRPr>
          </a:p>
        </p:txBody>
      </p:sp>
      <p:sp>
        <p:nvSpPr>
          <p:cNvPr id="7" name="标题"/>
          <p:cNvSpPr txBox="1">
            <a:spLocks noGrp="1"/>
          </p:cNvSpPr>
          <p:nvPr>
            <p:ph type="title" idx="2"/>
            <p:custDataLst>
              <p:tags r:id="rId3"/>
            </p:custDataLst>
          </p:nvPr>
        </p:nvSpPr>
        <p:spPr>
          <a:xfrm>
            <a:off x="611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1" i="0" u="none" strike="noStrike" kern="1200" cap="none" spc="300" normalizeH="0" baseline="0" noProof="1" dirty="0">
                <a:ln>
                  <a:noFill/>
                  <a:prstDash val="sysDot"/>
                </a:ln>
                <a:solidFill>
                  <a:schemeClr val="accent1"/>
                </a:solidFill>
                <a:latin typeface="+mj-ea"/>
                <a:ea typeface="+mj-ea"/>
                <a:cs typeface="+mj-lt"/>
              </a:defRPr>
            </a:lvl1pPr>
          </a:lstStyle>
          <a:p>
            <a:pPr lvl="0"/>
            <a:r>
              <a:rPr dirty="0">
                <a:sym typeface="+mn-ea"/>
              </a:rPr>
              <a:t>Click to edit Master title style</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Contents">
    <p:spTree>
      <p:nvGrpSpPr>
        <p:cNvPr id="1" name=""/>
        <p:cNvGrpSpPr/>
        <p:nvPr/>
      </p:nvGrpSpPr>
      <p:grpSpPr>
        <a:xfrm>
          <a:off x="0" y="0"/>
          <a:ext cx="0" cy="0"/>
          <a:chOff x="0" y="0"/>
          <a:chExt cx="0" cy="0"/>
        </a:xfrm>
      </p:grpSpPr>
      <p:sp>
        <p:nvSpPr>
          <p:cNvPr id="7" name="标题"/>
          <p:cNvSpPr txBox="1">
            <a:spLocks noGrp="1"/>
          </p:cNvSpPr>
          <p:nvPr>
            <p:ph type="title" idx="2" hasCustomPrompt="1"/>
            <p:custDataLst>
              <p:tags r:id="rId2"/>
            </p:custDataLst>
          </p:nvPr>
        </p:nvSpPr>
        <p:spPr>
          <a:xfrm>
            <a:off x="4288157" y="2769870"/>
            <a:ext cx="3615688" cy="1089660"/>
          </a:xfrm>
          <a:prstGeom prst="rect">
            <a:avLst/>
          </a:prstGeom>
          <a:noFill/>
        </p:spPr>
        <p:txBody>
          <a:bodyPr vert="horz" wrap="square" lIns="91440" tIns="45720" rIns="91440" bIns="45720" rtlCol="0" anchor="b" anchorCtr="0">
            <a:normAutofit/>
          </a:bodyPr>
          <a:lstStyle>
            <a:lvl1pPr marL="0" marR="0" lvl="0" algn="ctr" defTabSz="914400" rtl="0" eaLnBrk="1" fontAlgn="auto" latinLnBrk="0" hangingPunct="1">
              <a:lnSpc>
                <a:spcPct val="110000"/>
              </a:lnSpc>
              <a:buClrTx/>
              <a:buSzTx/>
              <a:buFontTx/>
              <a:buNone/>
              <a:defRPr kumimoji="0" lang="zh-CN" altLang="en-US" sz="6000" b="0" i="0" u="none" strike="noStrike" kern="1200" cap="none" spc="0" normalizeH="0" baseline="0" noProof="1" dirty="0">
                <a:solidFill>
                  <a:schemeClr val="tx1"/>
                </a:solidFill>
                <a:latin typeface="+mj-ea"/>
                <a:ea typeface="+mj-ea"/>
                <a:cs typeface="MiSans" panose="00000500000000000000" charset="-122"/>
                <a:sym typeface="+mn-ea"/>
              </a:defRPr>
            </a:lvl1pPr>
          </a:lstStyle>
          <a:p>
            <a:pPr lvl="0" algn="ctr">
              <a:lnSpc>
                <a:spcPct val="110000"/>
              </a:lnSpc>
              <a:buClrTx/>
              <a:buSzTx/>
              <a:buFontTx/>
            </a:pPr>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2" name="圆: 空心 1"/>
          <p:cNvSpPr/>
          <p:nvPr userDrawn="1">
            <p:custDataLst>
              <p:tags r:id="rId6"/>
            </p:custDataLst>
          </p:nvPr>
        </p:nvSpPr>
        <p:spPr>
          <a:xfrm>
            <a:off x="3363180" y="783273"/>
            <a:ext cx="5392615" cy="5392615"/>
          </a:xfrm>
          <a:prstGeom prst="donut">
            <a:avLst>
              <a:gd name="adj" fmla="val 19617"/>
            </a:avLst>
          </a:prstGeom>
          <a:gradFill flip="none" rotWithShape="1">
            <a:gsLst>
              <a:gs pos="27000">
                <a:schemeClr val="bg1">
                  <a:alpha val="0"/>
                </a:schemeClr>
              </a:gs>
              <a:gs pos="100000">
                <a:schemeClr val="accent1"/>
              </a:gs>
            </a:gsLst>
            <a:lin ang="16200000" scaled="1"/>
            <a:tileRect/>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iSans" panose="00000500000000000000"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iSans" panose="00000500000000000000" charset="-122"/>
                <a:ea typeface="MiSans" panose="00000500000000000000" charset="-122"/>
                <a:cs typeface="MiSans"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edit Master text styles</a:t>
            </a:r>
            <a:endParaRPr dirty="0">
              <a:sym typeface="+mn-ea"/>
            </a:endParaRPr>
          </a:p>
          <a:p>
            <a:pPr lvl="1"/>
            <a:r>
              <a:rPr dirty="0">
                <a:sym typeface="+mn-ea"/>
              </a:rPr>
              <a:t>Second level</a:t>
            </a:r>
            <a:endParaRPr dirty="0">
              <a:sym typeface="+mn-ea"/>
            </a:endParaRPr>
          </a:p>
          <a:p>
            <a:pPr lvl="2"/>
            <a:r>
              <a:rPr dirty="0">
                <a:sym typeface="+mn-ea"/>
              </a:rPr>
              <a:t>Third level</a:t>
            </a:r>
            <a:endParaRPr dirty="0">
              <a:sym typeface="+mn-ea"/>
            </a:endParaRPr>
          </a:p>
          <a:p>
            <a:pPr lvl="3"/>
            <a:r>
              <a:rPr dirty="0">
                <a:sym typeface="+mn-ea"/>
              </a:rPr>
              <a:t>Fourth level</a:t>
            </a:r>
            <a:endParaRPr dirty="0">
              <a:sym typeface="+mn-ea"/>
            </a:endParaRPr>
          </a:p>
          <a:p>
            <a:pPr lvl="4"/>
            <a:r>
              <a:rPr dirty="0">
                <a:sym typeface="+mn-ea"/>
              </a:rPr>
              <a:t>Fifth level</a:t>
            </a:r>
            <a:endParaRPr dirty="0">
              <a:sym typeface="+mn-ea"/>
            </a:endParaRPr>
          </a:p>
        </p:txBody>
      </p:sp>
      <p:sp>
        <p:nvSpPr>
          <p:cNvPr id="9" name="正文"/>
          <p:cNvSpPr txBox="1">
            <a:spLocks noGrp="1"/>
          </p:cNvSpPr>
          <p:nvPr>
            <p:ph idx="3"/>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iSans" panose="00000500000000000000" charset="-122"/>
                <a:ea typeface="MiSans" panose="00000500000000000000" charset="-122"/>
                <a:cs typeface="MiSans"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edit Master text styles</a:t>
            </a:r>
            <a:endParaRPr dirty="0">
              <a:sym typeface="+mn-ea"/>
            </a:endParaRPr>
          </a:p>
          <a:p>
            <a:pPr lvl="1"/>
            <a:r>
              <a:rPr dirty="0">
                <a:sym typeface="+mn-ea"/>
              </a:rPr>
              <a:t>Second level</a:t>
            </a:r>
            <a:endParaRPr dirty="0">
              <a:sym typeface="+mn-ea"/>
            </a:endParaRPr>
          </a:p>
          <a:p>
            <a:pPr lvl="2"/>
            <a:r>
              <a:rPr dirty="0">
                <a:sym typeface="+mn-ea"/>
              </a:rPr>
              <a:t>Third level</a:t>
            </a:r>
            <a:endParaRPr dirty="0">
              <a:sym typeface="+mn-ea"/>
            </a:endParaRPr>
          </a:p>
          <a:p>
            <a:pPr lvl="3"/>
            <a:r>
              <a:rPr dirty="0">
                <a:sym typeface="+mn-ea"/>
              </a:rPr>
              <a:t>Fourth level</a:t>
            </a:r>
            <a:endParaRPr dirty="0">
              <a:sym typeface="+mn-ea"/>
            </a:endParaRPr>
          </a:p>
          <a:p>
            <a:pPr lvl="4"/>
            <a:r>
              <a:rPr dirty="0">
                <a:sym typeface="+mn-ea"/>
              </a:rPr>
              <a:t>Fifth level</a:t>
            </a:r>
            <a:endParaRPr dirty="0">
              <a:sym typeface="+mn-ea"/>
            </a:endParaRPr>
          </a:p>
        </p:txBody>
      </p:sp>
      <p:sp>
        <p:nvSpPr>
          <p:cNvPr id="8" name="标题"/>
          <p:cNvSpPr txBox="1">
            <a:spLocks noGrp="1"/>
          </p:cNvSpPr>
          <p:nvPr>
            <p:ph type="title" idx="2"/>
            <p:custDataLst>
              <p:tags r:id="rId4"/>
            </p:custDataLst>
          </p:nvPr>
        </p:nvSpPr>
        <p:spPr>
          <a:xfrm>
            <a:off x="611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accent1"/>
                </a:solidFill>
                <a:latin typeface="+mj-ea"/>
                <a:ea typeface="+mj-ea"/>
                <a:cs typeface="+mj-lt"/>
              </a:defRPr>
            </a:lvl1pPr>
          </a:lstStyle>
          <a:p>
            <a:pPr lvl="0"/>
            <a:r>
              <a:rPr dirty="0">
                <a:sym typeface="+mn-ea"/>
              </a:rPr>
              <a:t>Click to edit Master title style</a:t>
            </a:r>
            <a:endParaRPr dirty="0">
              <a:sym typeface="+mn-ea"/>
            </a:endParaRPr>
          </a:p>
        </p:txBody>
      </p:sp>
      <p:sp>
        <p:nvSpPr>
          <p:cNvPr id="5" name="日期占位符 4"/>
          <p:cNvSpPr>
            <a:spLocks noGrp="1"/>
          </p:cNvSpPr>
          <p:nvPr>
            <p:ph type="dt" sz="half" idx="10"/>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ea"/>
                <a:cs typeface="MiSans"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edit Master text styles</a:t>
            </a:r>
            <a:endParaRPr dirty="0">
              <a:sym typeface="+mn-ea"/>
            </a:endParaRPr>
          </a:p>
          <a:p>
            <a:pPr lvl="1"/>
            <a:r>
              <a:rPr dirty="0">
                <a:sym typeface="+mn-ea"/>
              </a:rPr>
              <a:t>Second level</a:t>
            </a:r>
            <a:endParaRPr dirty="0">
              <a:sym typeface="+mn-ea"/>
            </a:endParaRPr>
          </a:p>
          <a:p>
            <a:pPr lvl="2"/>
            <a:r>
              <a:rPr dirty="0">
                <a:sym typeface="+mn-ea"/>
              </a:rPr>
              <a:t>Third level</a:t>
            </a:r>
            <a:endParaRPr dirty="0">
              <a:sym typeface="+mn-ea"/>
            </a:endParaRPr>
          </a:p>
          <a:p>
            <a:pPr lvl="3"/>
            <a:r>
              <a:rPr dirty="0">
                <a:sym typeface="+mn-ea"/>
              </a:rPr>
              <a:t>Fourth level</a:t>
            </a:r>
            <a:endParaRPr dirty="0">
              <a:sym typeface="+mn-ea"/>
            </a:endParaRPr>
          </a:p>
          <a:p>
            <a:pPr lvl="4"/>
            <a:r>
              <a:rPr dirty="0">
                <a:sym typeface="+mn-ea"/>
              </a:rPr>
              <a:t>Fifth level</a:t>
            </a:r>
            <a:endParaRPr dirty="0">
              <a:sym typeface="+mn-ea"/>
            </a:endParaRPr>
          </a:p>
        </p:txBody>
      </p:sp>
      <p:sp>
        <p:nvSpPr>
          <p:cNvPr id="14" name="标题"/>
          <p:cNvSpPr txBox="1">
            <a:spLocks noGrp="1"/>
          </p:cNvSpPr>
          <p:nvPr>
            <p:ph type="title" idx="5"/>
            <p:custDataLst>
              <p:tags r:id="rId3"/>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accent1"/>
                </a:solidFill>
                <a:latin typeface="+mj-ea"/>
                <a:ea typeface="+mj-ea"/>
                <a:cs typeface="MiSans" panose="00000500000000000000" charset="-122"/>
              </a:defRPr>
            </a:lvl1pPr>
          </a:lstStyle>
          <a:p>
            <a:pPr lvl="0"/>
            <a:r>
              <a:rPr>
                <a:sym typeface="+mn-ea"/>
              </a:rPr>
              <a:t>Click to edit Master title style</a:t>
            </a:r>
            <a:endParaRPr>
              <a:sym typeface="+mn-ea"/>
            </a:endParaRPr>
          </a:p>
        </p:txBody>
      </p:sp>
      <p:sp>
        <p:nvSpPr>
          <p:cNvPr id="13" name="正文"/>
          <p:cNvSpPr txBox="1">
            <a:spLocks noGrp="1"/>
          </p:cNvSpPr>
          <p:nvPr>
            <p:ph idx="4"/>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ea"/>
                <a:cs typeface="MiSans"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edit Master text styles</a:t>
            </a:r>
            <a:endParaRPr dirty="0">
              <a:sym typeface="+mn-ea"/>
            </a:endParaRPr>
          </a:p>
          <a:p>
            <a:pPr lvl="1"/>
            <a:r>
              <a:rPr dirty="0">
                <a:sym typeface="+mn-ea"/>
              </a:rPr>
              <a:t>Second level</a:t>
            </a:r>
            <a:endParaRPr dirty="0">
              <a:sym typeface="+mn-ea"/>
            </a:endParaRPr>
          </a:p>
          <a:p>
            <a:pPr lvl="2"/>
            <a:r>
              <a:rPr dirty="0">
                <a:sym typeface="+mn-ea"/>
              </a:rPr>
              <a:t>Third level</a:t>
            </a:r>
            <a:endParaRPr dirty="0">
              <a:sym typeface="+mn-ea"/>
            </a:endParaRPr>
          </a:p>
          <a:p>
            <a:pPr lvl="3"/>
            <a:r>
              <a:rPr dirty="0">
                <a:sym typeface="+mn-ea"/>
              </a:rPr>
              <a:t>Fourth level</a:t>
            </a:r>
            <a:endParaRPr dirty="0">
              <a:sym typeface="+mn-ea"/>
            </a:endParaRPr>
          </a:p>
          <a:p>
            <a:pPr lvl="4"/>
            <a:r>
              <a:rPr dirty="0">
                <a:sym typeface="+mn-ea"/>
              </a:rPr>
              <a:t>Fifth level</a:t>
            </a:r>
            <a:endParaRPr dirty="0">
              <a:sym typeface="+mn-ea"/>
            </a:endParaRPr>
          </a:p>
        </p:txBody>
      </p:sp>
      <p:sp>
        <p:nvSpPr>
          <p:cNvPr id="12" name="标题"/>
          <p:cNvSpPr txBox="1">
            <a:spLocks noGrp="1"/>
          </p:cNvSpPr>
          <p:nvPr>
            <p:ph type="title" idx="3"/>
            <p:custDataLst>
              <p:tags r:id="rId5"/>
            </p:custDataLst>
          </p:nvPr>
        </p:nvSpPr>
        <p:spPr>
          <a:xfrm>
            <a:off x="6084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accent1"/>
                </a:solidFill>
                <a:latin typeface="+mj-ea"/>
                <a:ea typeface="+mj-ea"/>
                <a:cs typeface="MiSans" panose="00000500000000000000" charset="-122"/>
              </a:defRPr>
            </a:lvl1pPr>
          </a:lstStyle>
          <a:p>
            <a:pPr lvl="0"/>
            <a:r>
              <a:rPr dirty="0">
                <a:sym typeface="+mn-ea"/>
              </a:rPr>
              <a:t>Click to edit Master title style</a:t>
            </a:r>
            <a:endParaRPr dirty="0">
              <a:sym typeface="+mn-ea"/>
            </a:endParaRPr>
          </a:p>
        </p:txBody>
      </p:sp>
      <p:sp>
        <p:nvSpPr>
          <p:cNvPr id="11" name="标题"/>
          <p:cNvSpPr txBox="1">
            <a:spLocks noGrp="1"/>
          </p:cNvSpPr>
          <p:nvPr>
            <p:ph type="title" idx="2"/>
            <p:custDataLst>
              <p:tags r:id="rId6"/>
            </p:custDataLst>
          </p:nvPr>
        </p:nvSpPr>
        <p:spPr>
          <a:xfrm>
            <a:off x="611400" y="608400"/>
            <a:ext cx="10969200" cy="705600"/>
          </a:xfrm>
          <a:prstGeom prst="rect">
            <a:avLst/>
          </a:prstGeom>
          <a:noFill/>
          <a:ln>
            <a:noFill/>
            <a:prstDash val="sysDash"/>
          </a:ln>
        </p:spPr>
        <p:txBody>
          <a:bodyPr vert="horz" wrap="square" lIns="91440" tIns="45720" rIns="91440" bIns="45720" rtlCol="0" anchor="ctr">
            <a:normAutofit/>
          </a:bodyPr>
          <a:lstStyle>
            <a:lvl1pPr>
              <a:defRPr b="0" dirty="0">
                <a:sym typeface="+mn-ea"/>
              </a:defRPr>
            </a:lvl1pPr>
          </a:lstStyle>
          <a:p>
            <a:pPr marL="0" marR="0" lvl="0" fontAlgn="auto">
              <a:lnSpc>
                <a:spcPct val="100000"/>
              </a:lnSpc>
              <a:buClrTx/>
              <a:buSzTx/>
              <a:buFontTx/>
            </a:pPr>
            <a:r>
              <a:rPr dirty="0">
                <a:sym typeface="+mn-ea"/>
              </a:rPr>
              <a:t>Click to edit Master title style</a:t>
            </a:r>
            <a:endParaRPr dirty="0">
              <a:sym typeface="+mn-ea"/>
            </a:endParaRPr>
          </a:p>
        </p:txBody>
      </p:sp>
      <p:sp>
        <p:nvSpPr>
          <p:cNvPr id="7" name="日期占位符 6"/>
          <p:cNvSpPr>
            <a:spLocks noGrp="1"/>
          </p:cNvSpPr>
          <p:nvPr>
            <p:ph type="dt" sz="half" idx="10"/>
            <p:custDataLst>
              <p:tags r:id="rId7"/>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标题"/>
          <p:cNvSpPr txBox="1">
            <a:spLocks noGrp="1"/>
          </p:cNvSpPr>
          <p:nvPr>
            <p:ph type="title" idx="2"/>
            <p:custDataLst>
              <p:tags r:id="rId2"/>
            </p:custDataLst>
          </p:nvPr>
        </p:nvSpPr>
        <p:spPr>
          <a:xfrm>
            <a:off x="611400" y="608400"/>
            <a:ext cx="10969200" cy="705600"/>
          </a:xfrm>
          <a:prstGeom prst="rect">
            <a:avLst/>
          </a:prstGeom>
          <a:noFill/>
          <a:ln>
            <a:noFill/>
            <a:prstDash val="sysDash"/>
          </a:ln>
        </p:spPr>
        <p:txBody>
          <a:bodyPr vert="horz" wrap="square" lIns="91440" tIns="45720" rIns="91440" bIns="45720" rtlCol="0" anchor="ctr">
            <a:normAutofit/>
          </a:bodyPr>
          <a:lstStyle>
            <a:lvl1pPr>
              <a:defRPr b="0">
                <a:sym typeface="+mn-ea"/>
              </a:defRPr>
            </a:lvl1pPr>
          </a:lstStyle>
          <a:p>
            <a:pPr marL="0" marR="0" lvl="0" fontAlgn="auto">
              <a:lnSpc>
                <a:spcPct val="100000"/>
              </a:lnSpc>
              <a:buClrTx/>
              <a:buSzTx/>
              <a:buFontTx/>
            </a:pPr>
            <a:r>
              <a:rPr dirty="0">
                <a:sym typeface="+mn-ea"/>
              </a:rPr>
              <a:t>Click to edit Master title style</a:t>
            </a:r>
            <a:endParaRPr dirty="0">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任意多边形: 形状 11"/>
          <p:cNvSpPr/>
          <p:nvPr userDrawn="1">
            <p:custDataLst>
              <p:tags r:id="rId2"/>
            </p:custDataLst>
          </p:nvPr>
        </p:nvSpPr>
        <p:spPr>
          <a:xfrm>
            <a:off x="-6092" y="2573"/>
            <a:ext cx="683878" cy="728321"/>
          </a:xfrm>
          <a:custGeom>
            <a:avLst/>
            <a:gdLst>
              <a:gd name="connsiteX0" fmla="*/ 604834 w 683878"/>
              <a:gd name="connsiteY0" fmla="*/ 0 h 728321"/>
              <a:gd name="connsiteX1" fmla="*/ 648236 w 683878"/>
              <a:gd name="connsiteY1" fmla="*/ 80864 h 728321"/>
              <a:gd name="connsiteX2" fmla="*/ 394224 w 683878"/>
              <a:gd name="connsiteY2" fmla="*/ 692631 h 728321"/>
              <a:gd name="connsiteX3" fmla="*/ 35673 w 683878"/>
              <a:gd name="connsiteY3" fmla="*/ 692469 h 728321"/>
              <a:gd name="connsiteX4" fmla="*/ 0 w 683878"/>
              <a:gd name="connsiteY4" fmla="*/ 673504 h 728321"/>
              <a:gd name="connsiteX5" fmla="*/ 45 w 683878"/>
              <a:gd name="connsiteY5" fmla="*/ 397741 h 728321"/>
              <a:gd name="connsiteX6" fmla="*/ 3110 w 683878"/>
              <a:gd name="connsiteY6" fmla="*/ 403451 h 728321"/>
              <a:gd name="connsiteX7" fmla="*/ 313115 w 683878"/>
              <a:gd name="connsiteY7" fmla="*/ 496476 h 728321"/>
              <a:gd name="connsiteX8" fmla="*/ 451989 w 683878"/>
              <a:gd name="connsiteY8" fmla="*/ 162010 h 728321"/>
              <a:gd name="connsiteX9" fmla="*/ 117459 w 683878"/>
              <a:gd name="connsiteY9" fmla="*/ 23293 h 728321"/>
              <a:gd name="connsiteX10" fmla="*/ 1825 w 683878"/>
              <a:gd name="connsiteY10" fmla="*/ 118421 h 728321"/>
              <a:gd name="connsiteX11" fmla="*/ 91 w 683878"/>
              <a:gd name="connsiteY11" fmla="*/ 121677 h 728321"/>
              <a:gd name="connsiteX12" fmla="*/ 111 w 683878"/>
              <a:gd name="connsiteY12" fmla="*/ 100 h 728321"/>
              <a:gd name="connsiteX13" fmla="*/ 604834 w 683878"/>
              <a:gd name="connsiteY13" fmla="*/ 0 h 72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3878" h="728321">
                <a:moveTo>
                  <a:pt x="604834" y="0"/>
                </a:moveTo>
                <a:lnTo>
                  <a:pt x="648236" y="80864"/>
                </a:lnTo>
                <a:cubicBezTo>
                  <a:pt x="747060" y="319863"/>
                  <a:pt x="633335" y="593761"/>
                  <a:pt x="394224" y="692631"/>
                </a:cubicBezTo>
                <a:cubicBezTo>
                  <a:pt x="274668" y="742067"/>
                  <a:pt x="146403" y="738385"/>
                  <a:pt x="35673" y="692469"/>
                </a:cubicBezTo>
                <a:lnTo>
                  <a:pt x="0" y="673504"/>
                </a:lnTo>
                <a:lnTo>
                  <a:pt x="45" y="397741"/>
                </a:lnTo>
                <a:lnTo>
                  <a:pt x="3110" y="403451"/>
                </a:lnTo>
                <a:cubicBezTo>
                  <a:pt x="69761" y="502135"/>
                  <a:pt x="198730" y="543773"/>
                  <a:pt x="313115" y="496476"/>
                </a:cubicBezTo>
                <a:cubicBezTo>
                  <a:pt x="443842" y="442421"/>
                  <a:pt x="506018" y="292676"/>
                  <a:pt x="451989" y="162010"/>
                </a:cubicBezTo>
                <a:cubicBezTo>
                  <a:pt x="397960" y="31345"/>
                  <a:pt x="248185" y="-30762"/>
                  <a:pt x="117459" y="23293"/>
                </a:cubicBezTo>
                <a:cubicBezTo>
                  <a:pt x="68436" y="43563"/>
                  <a:pt x="29053" y="77290"/>
                  <a:pt x="1825" y="118421"/>
                </a:cubicBezTo>
                <a:lnTo>
                  <a:pt x="91" y="121677"/>
                </a:lnTo>
                <a:lnTo>
                  <a:pt x="111" y="100"/>
                </a:lnTo>
                <a:lnTo>
                  <a:pt x="604834" y="0"/>
                </a:lnTo>
                <a:close/>
              </a:path>
            </a:pathLst>
          </a:custGeom>
          <a:gradFill flip="none" rotWithShape="1">
            <a:gsLst>
              <a:gs pos="33000">
                <a:schemeClr val="bg1">
                  <a:alpha val="0"/>
                </a:schemeClr>
              </a:gs>
              <a:gs pos="88000">
                <a:schemeClr val="accent1"/>
              </a:gs>
            </a:gsLst>
            <a:path path="circle">
              <a:fillToRect r="100000" b="100000"/>
            </a:path>
            <a:tileRect l="-100000" t="-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2" name="日期占位符 1"/>
          <p:cNvSpPr>
            <a:spLocks noGrp="1"/>
          </p:cNvSpPr>
          <p:nvPr>
            <p:ph type="dt" sz="half" idx="10"/>
            <p:custDataLst>
              <p:tags r:id="rId3"/>
            </p:custDataLst>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4" name="灯片编号占位符 3"/>
          <p:cNvSpPr>
            <a:spLocks noGrp="1"/>
          </p:cNvSpPr>
          <p:nvPr>
            <p:ph type="sldNum" sz="quarter" idx="12"/>
            <p:custDataLst>
              <p:tags r:id="rId5"/>
            </p:custDataLst>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10" name="任意多边形: 形状 9"/>
          <p:cNvSpPr/>
          <p:nvPr userDrawn="1">
            <p:custDataLst>
              <p:tags r:id="rId2"/>
            </p:custDataLst>
          </p:nvPr>
        </p:nvSpPr>
        <p:spPr>
          <a:xfrm>
            <a:off x="10528235" y="5352757"/>
            <a:ext cx="1663756" cy="1505347"/>
          </a:xfrm>
          <a:custGeom>
            <a:avLst/>
            <a:gdLst>
              <a:gd name="connsiteX0" fmla="*/ 1663756 w 1663756"/>
              <a:gd name="connsiteY0" fmla="*/ 0 h 1505347"/>
              <a:gd name="connsiteX1" fmla="*/ 1663448 w 1663756"/>
              <a:gd name="connsiteY1" fmla="*/ 721124 h 1505347"/>
              <a:gd name="connsiteX2" fmla="*/ 1559311 w 1663756"/>
              <a:gd name="connsiteY2" fmla="*/ 738909 h 1505347"/>
              <a:gd name="connsiteX3" fmla="*/ 1345905 w 1663756"/>
              <a:gd name="connsiteY3" fmla="*/ 810930 h 1505347"/>
              <a:gd name="connsiteX4" fmla="*/ 761888 w 1663756"/>
              <a:gd name="connsiteY4" fmla="*/ 1432106 h 1505347"/>
              <a:gd name="connsiteX5" fmla="*/ 738539 w 1663756"/>
              <a:gd name="connsiteY5" fmla="*/ 1505347 h 1505347"/>
              <a:gd name="connsiteX6" fmla="*/ 699919 w 1663756"/>
              <a:gd name="connsiteY6" fmla="*/ 1504681 h 1505347"/>
              <a:gd name="connsiteX7" fmla="*/ 0 w 1663756"/>
              <a:gd name="connsiteY7" fmla="*/ 1505295 h 1505347"/>
              <a:gd name="connsiteX8" fmla="*/ 35272 w 1663756"/>
              <a:gd name="connsiteY8" fmla="*/ 1345860 h 1505347"/>
              <a:gd name="connsiteX9" fmla="*/ 1049799 w 1663756"/>
              <a:gd name="connsiteY9" fmla="*/ 155437 h 1505347"/>
              <a:gd name="connsiteX10" fmla="*/ 1580244 w 1663756"/>
              <a:gd name="connsiteY10" fmla="*/ 6378 h 1505347"/>
              <a:gd name="connsiteX11" fmla="*/ 1663756 w 1663756"/>
              <a:gd name="connsiteY11" fmla="*/ 0 h 150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3756" h="1505347">
                <a:moveTo>
                  <a:pt x="1663756" y="0"/>
                </a:moveTo>
                <a:lnTo>
                  <a:pt x="1663448" y="721124"/>
                </a:lnTo>
                <a:lnTo>
                  <a:pt x="1559311" y="738909"/>
                </a:lnTo>
                <a:cubicBezTo>
                  <a:pt x="1487335" y="755400"/>
                  <a:pt x="1415920" y="779302"/>
                  <a:pt x="1345905" y="810930"/>
                </a:cubicBezTo>
                <a:cubicBezTo>
                  <a:pt x="1065266" y="937703"/>
                  <a:pt x="863047" y="1165585"/>
                  <a:pt x="761888" y="1432106"/>
                </a:cubicBezTo>
                <a:lnTo>
                  <a:pt x="738539" y="1505347"/>
                </a:lnTo>
                <a:lnTo>
                  <a:pt x="699919" y="1504681"/>
                </a:lnTo>
                <a:lnTo>
                  <a:pt x="0" y="1505295"/>
                </a:lnTo>
                <a:lnTo>
                  <a:pt x="35272" y="1345860"/>
                </a:lnTo>
                <a:cubicBezTo>
                  <a:pt x="174165" y="835899"/>
                  <a:pt x="530762" y="389902"/>
                  <a:pt x="1049799" y="155437"/>
                </a:cubicBezTo>
                <a:cubicBezTo>
                  <a:pt x="1222812" y="77282"/>
                  <a:pt x="1401220" y="28037"/>
                  <a:pt x="1580244" y="6378"/>
                </a:cubicBezTo>
                <a:lnTo>
                  <a:pt x="1663756" y="0"/>
                </a:lnTo>
                <a:close/>
              </a:path>
            </a:pathLst>
          </a:custGeom>
          <a:gradFill flip="none" rotWithShape="1">
            <a:gsLst>
              <a:gs pos="31000">
                <a:schemeClr val="accent1">
                  <a:lumMod val="20000"/>
                  <a:lumOff val="80000"/>
                </a:schemeClr>
              </a:gs>
              <a:gs pos="74000">
                <a:schemeClr val="accent1"/>
              </a:gs>
            </a:gsLst>
            <a:lin ang="13500000" scaled="1"/>
            <a:tileRect/>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1" name="任意多边形: 形状 10"/>
          <p:cNvSpPr/>
          <p:nvPr userDrawn="1">
            <p:custDataLst>
              <p:tags r:id="rId3"/>
            </p:custDataLst>
          </p:nvPr>
        </p:nvSpPr>
        <p:spPr>
          <a:xfrm>
            <a:off x="-6092" y="2573"/>
            <a:ext cx="683878" cy="728321"/>
          </a:xfrm>
          <a:custGeom>
            <a:avLst/>
            <a:gdLst>
              <a:gd name="connsiteX0" fmla="*/ 604834 w 683878"/>
              <a:gd name="connsiteY0" fmla="*/ 0 h 728321"/>
              <a:gd name="connsiteX1" fmla="*/ 648236 w 683878"/>
              <a:gd name="connsiteY1" fmla="*/ 80864 h 728321"/>
              <a:gd name="connsiteX2" fmla="*/ 394224 w 683878"/>
              <a:gd name="connsiteY2" fmla="*/ 692631 h 728321"/>
              <a:gd name="connsiteX3" fmla="*/ 35673 w 683878"/>
              <a:gd name="connsiteY3" fmla="*/ 692469 h 728321"/>
              <a:gd name="connsiteX4" fmla="*/ 0 w 683878"/>
              <a:gd name="connsiteY4" fmla="*/ 673504 h 728321"/>
              <a:gd name="connsiteX5" fmla="*/ 45 w 683878"/>
              <a:gd name="connsiteY5" fmla="*/ 397741 h 728321"/>
              <a:gd name="connsiteX6" fmla="*/ 3110 w 683878"/>
              <a:gd name="connsiteY6" fmla="*/ 403451 h 728321"/>
              <a:gd name="connsiteX7" fmla="*/ 313115 w 683878"/>
              <a:gd name="connsiteY7" fmla="*/ 496476 h 728321"/>
              <a:gd name="connsiteX8" fmla="*/ 451989 w 683878"/>
              <a:gd name="connsiteY8" fmla="*/ 162010 h 728321"/>
              <a:gd name="connsiteX9" fmla="*/ 117459 w 683878"/>
              <a:gd name="connsiteY9" fmla="*/ 23293 h 728321"/>
              <a:gd name="connsiteX10" fmla="*/ 1825 w 683878"/>
              <a:gd name="connsiteY10" fmla="*/ 118421 h 728321"/>
              <a:gd name="connsiteX11" fmla="*/ 91 w 683878"/>
              <a:gd name="connsiteY11" fmla="*/ 121677 h 728321"/>
              <a:gd name="connsiteX12" fmla="*/ 111 w 683878"/>
              <a:gd name="connsiteY12" fmla="*/ 100 h 728321"/>
              <a:gd name="connsiteX13" fmla="*/ 604834 w 683878"/>
              <a:gd name="connsiteY13" fmla="*/ 0 h 72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3878" h="728321">
                <a:moveTo>
                  <a:pt x="604834" y="0"/>
                </a:moveTo>
                <a:lnTo>
                  <a:pt x="648236" y="80864"/>
                </a:lnTo>
                <a:cubicBezTo>
                  <a:pt x="747060" y="319863"/>
                  <a:pt x="633335" y="593761"/>
                  <a:pt x="394224" y="692631"/>
                </a:cubicBezTo>
                <a:cubicBezTo>
                  <a:pt x="274668" y="742067"/>
                  <a:pt x="146403" y="738385"/>
                  <a:pt x="35673" y="692469"/>
                </a:cubicBezTo>
                <a:lnTo>
                  <a:pt x="0" y="673504"/>
                </a:lnTo>
                <a:lnTo>
                  <a:pt x="45" y="397741"/>
                </a:lnTo>
                <a:lnTo>
                  <a:pt x="3110" y="403451"/>
                </a:lnTo>
                <a:cubicBezTo>
                  <a:pt x="69761" y="502135"/>
                  <a:pt x="198730" y="543773"/>
                  <a:pt x="313115" y="496476"/>
                </a:cubicBezTo>
                <a:cubicBezTo>
                  <a:pt x="443842" y="442421"/>
                  <a:pt x="506018" y="292676"/>
                  <a:pt x="451989" y="162010"/>
                </a:cubicBezTo>
                <a:cubicBezTo>
                  <a:pt x="397960" y="31345"/>
                  <a:pt x="248185" y="-30762"/>
                  <a:pt x="117459" y="23293"/>
                </a:cubicBezTo>
                <a:cubicBezTo>
                  <a:pt x="68436" y="43563"/>
                  <a:pt x="29053" y="77290"/>
                  <a:pt x="1825" y="118421"/>
                </a:cubicBezTo>
                <a:lnTo>
                  <a:pt x="91" y="121677"/>
                </a:lnTo>
                <a:lnTo>
                  <a:pt x="111" y="100"/>
                </a:lnTo>
                <a:lnTo>
                  <a:pt x="604834" y="0"/>
                </a:lnTo>
                <a:close/>
              </a:path>
            </a:pathLst>
          </a:custGeom>
          <a:gradFill flip="none" rotWithShape="1">
            <a:gsLst>
              <a:gs pos="33000">
                <a:schemeClr val="bg1">
                  <a:alpha val="0"/>
                </a:schemeClr>
              </a:gs>
              <a:gs pos="88000">
                <a:schemeClr val="accent1"/>
              </a:gs>
            </a:gsLst>
            <a:path path="circle">
              <a:fillToRect r="100000" b="100000"/>
            </a:path>
            <a:tileRect l="-100000" t="-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7" name="正文"/>
          <p:cNvSpPr txBox="1">
            <a:spLocks noGrp="1"/>
          </p:cNvSpPr>
          <p:nvPr>
            <p:ph idx="1"/>
            <p:custDataLst>
              <p:tags r:id="rId4"/>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lt"/>
                <a:ea typeface="+mn-lt"/>
                <a:cs typeface="MiSans"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edit Master text styles</a:t>
            </a:r>
            <a:endParaRPr dirty="0">
              <a:sym typeface="+mn-ea"/>
            </a:endParaRPr>
          </a:p>
          <a:p>
            <a:pPr lvl="1"/>
            <a:r>
              <a:rPr dirty="0">
                <a:sym typeface="+mn-ea"/>
              </a:rPr>
              <a:t>Second level</a:t>
            </a:r>
            <a:endParaRPr dirty="0">
              <a:sym typeface="+mn-ea"/>
            </a:endParaRPr>
          </a:p>
          <a:p>
            <a:pPr lvl="2"/>
            <a:r>
              <a:rPr dirty="0">
                <a:sym typeface="+mn-ea"/>
              </a:rPr>
              <a:t>Third level</a:t>
            </a:r>
            <a:endParaRPr dirty="0">
              <a:sym typeface="+mn-ea"/>
            </a:endParaRPr>
          </a:p>
          <a:p>
            <a:pPr lvl="3"/>
            <a:r>
              <a:rPr dirty="0">
                <a:sym typeface="+mn-ea"/>
              </a:rPr>
              <a:t>Fourth level</a:t>
            </a:r>
            <a:endParaRPr dirty="0">
              <a:sym typeface="+mn-ea"/>
            </a:endParaRPr>
          </a:p>
          <a:p>
            <a:pPr lvl="4"/>
            <a:r>
              <a:rPr dirty="0">
                <a:sym typeface="+mn-ea"/>
              </a:rPr>
              <a:t>Fifth level</a:t>
            </a:r>
            <a:endParaRPr dirty="0">
              <a:sym typeface="+mn-ea"/>
            </a:endParaRPr>
          </a:p>
        </p:txBody>
      </p:sp>
      <p:sp>
        <p:nvSpPr>
          <p:cNvPr id="4" name="日期占位符 3"/>
          <p:cNvSpPr>
            <a:spLocks noGrp="1"/>
          </p:cNvSpPr>
          <p:nvPr>
            <p:ph type="dt" sz="half" idx="10"/>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sp>
        <p:nvSpPr>
          <p:cNvPr id="7" name="副标题" descr="7b0a20202020227461726765744d6f64756c65223a202270726f636573734f6e6c696e65466f6e7473220a7d0a"/>
          <p:cNvSpPr txBox="1">
            <a:spLocks noGrp="1"/>
          </p:cNvSpPr>
          <p:nvPr>
            <p:ph type="body" idx="3" hasCustomPrompt="1"/>
            <p:custDataLst>
              <p:tags r:id="rId2"/>
            </p:custDataLst>
          </p:nvPr>
        </p:nvSpPr>
        <p:spPr>
          <a:xfrm>
            <a:off x="695960" y="1301750"/>
            <a:ext cx="10799088" cy="405553"/>
          </a:xfrm>
          <a:prstGeom prst="rect">
            <a:avLst/>
          </a:prstGeom>
          <a:noFill/>
          <a:ln>
            <a:noFill/>
            <a:prstDash val="sysDash"/>
          </a:ln>
        </p:spPr>
        <p:txBody>
          <a:bodyPr wrap="square" rtlCol="0">
            <a:no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accent1"/>
                </a:solidFill>
                <a:latin typeface="+mj-ea"/>
                <a:ea typeface="+mj-ea"/>
                <a:cs typeface="MiSans" panose="00000500000000000000"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2"/>
            <p:custDataLst>
              <p:tags r:id="rId3"/>
            </p:custDataLst>
          </p:nvPr>
        </p:nvSpPr>
        <p:spPr>
          <a:xfrm>
            <a:off x="611400" y="608400"/>
            <a:ext cx="10969200" cy="705600"/>
          </a:xfrm>
          <a:prstGeom prst="rect">
            <a:avLst/>
          </a:prstGeom>
          <a:noFill/>
          <a:ln>
            <a:noFill/>
            <a:prstDash val="sysDash"/>
          </a:ln>
        </p:spPr>
        <p:txBody>
          <a:bodyPr vert="horz" wrap="square" lIns="91440" tIns="45720" rIns="91440" bIns="45720" rtlCol="0" anchor="ctr">
            <a:normAutofit/>
          </a:bodyPr>
          <a:lstStyle>
            <a:lvl1pPr>
              <a:defRPr b="0">
                <a:sym typeface="+mn-ea"/>
              </a:defRPr>
            </a:lvl1pPr>
          </a:lstStyle>
          <a:p>
            <a:pPr marL="0" marR="0" lvl="0" fontAlgn="auto">
              <a:lnSpc>
                <a:spcPct val="100000"/>
              </a:lnSpc>
              <a:buClrTx/>
              <a:buSzTx/>
              <a:buFontTx/>
            </a:pPr>
            <a:r>
              <a:rPr dirty="0">
                <a:sym typeface="+mn-ea"/>
              </a:rPr>
              <a:t>Click to edit Master title style</a:t>
            </a:r>
            <a:endParaRPr dirty="0">
              <a:sym typeface="+mn-ea"/>
            </a:endParaRPr>
          </a:p>
        </p:txBody>
      </p:sp>
      <p:sp>
        <p:nvSpPr>
          <p:cNvPr id="3" name="日期占位符 2"/>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Cover_Slide_1_3">
    <p:bg>
      <p:bgRef idx="1001">
        <a:schemeClr val="bg2"/>
      </p:bgRef>
    </p:bg>
    <p:spTree>
      <p:nvGrpSpPr>
        <p:cNvPr id="1" name=""/>
        <p:cNvGrpSpPr/>
        <p:nvPr/>
      </p:nvGrpSpPr>
      <p:grpSpPr>
        <a:xfrm>
          <a:off x="0" y="0"/>
          <a:ext cx="0" cy="0"/>
          <a:chOff x="0" y="0"/>
          <a:chExt cx="0" cy="0"/>
        </a:xfrm>
      </p:grpSpPr>
      <p:pic>
        <p:nvPicPr>
          <p:cNvPr id="10" name="文本框 7" descr="门旁边的墙上&#10;&#10;描述已自动生成"/>
          <p:cNvPicPr>
            <a:picLocks noChangeAspect="1"/>
          </p:cNvPicPr>
          <p:nvPr>
            <p:custDataLst>
              <p:tags r:id="rId2"/>
            </p:custDataLst>
          </p:nvPr>
        </p:nvPicPr>
        <p:blipFill>
          <a:blip r:embed="rId3">
            <a:alphaModFix amt="15000"/>
            <a:duotone>
              <a:schemeClr val="accent2">
                <a:shade val="45000"/>
                <a:satMod val="135000"/>
              </a:schemeClr>
              <a:prstClr val="white"/>
            </a:duotone>
          </a:blip>
          <a:srcRect/>
          <a:stretch>
            <a:fillRect/>
          </a:stretch>
        </p:blipFill>
        <p:spPr>
          <a:xfrm flipH="1">
            <a:off x="1" y="0"/>
            <a:ext cx="12191998" cy="6858000"/>
          </a:xfrm>
          <a:prstGeom prst="rect">
            <a:avLst/>
          </a:prstGeom>
          <a:noFill/>
        </p:spPr>
      </p:pic>
      <p:sp>
        <p:nvSpPr>
          <p:cNvPr id="30" name="圆: 空心 29"/>
          <p:cNvSpPr/>
          <p:nvPr>
            <p:custDataLst>
              <p:tags r:id="rId4"/>
            </p:custDataLst>
          </p:nvPr>
        </p:nvSpPr>
        <p:spPr>
          <a:xfrm rot="5400000">
            <a:off x="7315787" y="1302555"/>
            <a:ext cx="2814149" cy="2821407"/>
          </a:xfrm>
          <a:prstGeom prst="donut">
            <a:avLst>
              <a:gd name="adj" fmla="val 22664"/>
            </a:avLst>
          </a:prstGeom>
          <a:gradFill flip="none" rotWithShape="1">
            <a:gsLst>
              <a:gs pos="32000">
                <a:srgbClr val="ECECF0">
                  <a:alpha val="0"/>
                </a:srgbClr>
              </a:gs>
              <a:gs pos="100000">
                <a:schemeClr val="accent1"/>
              </a:gs>
            </a:gsLst>
            <a:path path="circle">
              <a:fillToRect l="100000" t="100000"/>
            </a:path>
            <a:tileRect r="-100000" b="-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iSans" panose="00000500000000000000" charset="-122"/>
            </a:endParaRPr>
          </a:p>
        </p:txBody>
      </p:sp>
      <p:sp>
        <p:nvSpPr>
          <p:cNvPr id="6" name="日期占位符 3"/>
          <p:cNvSpPr>
            <a:spLocks noGrp="1"/>
          </p:cNvSpPr>
          <p:nvPr>
            <p:ph type="dt" sz="half" idx="16385"/>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7" name="页脚占位符 4"/>
          <p:cNvSpPr>
            <a:spLocks noGrp="1"/>
          </p:cNvSpPr>
          <p:nvPr>
            <p:ph type="ftr" sz="quarter" idx="16386"/>
            <p:custDataLst>
              <p:tags r:id="rId6"/>
            </p:custDataLst>
          </p:nvPr>
        </p:nvSpPr>
        <p:spPr>
          <a:xfrm>
            <a:off x="4038600" y="6356350"/>
            <a:ext cx="4114800" cy="365125"/>
          </a:xfrm>
        </p:spPr>
        <p:txBody>
          <a:bodyPr/>
          <a:lstStyle/>
          <a:p>
            <a:endParaRPr lang="zh-CN" altLang="en-US"/>
          </a:p>
        </p:txBody>
      </p:sp>
      <p:sp>
        <p:nvSpPr>
          <p:cNvPr id="11" name="灯片编号占位符 5"/>
          <p:cNvSpPr>
            <a:spLocks noGrp="1"/>
          </p:cNvSpPr>
          <p:nvPr>
            <p:ph type="sldNum" sz="quarter" idx="16387"/>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4" name="Text Placeholder 13"/>
          <p:cNvSpPr>
            <a:spLocks noGrp="1"/>
          </p:cNvSpPr>
          <p:nvPr>
            <p:ph type="body" idx="16389" hasCustomPrompt="1"/>
            <p:custDataLst>
              <p:tags r:id="rId8"/>
            </p:custDataLst>
          </p:nvPr>
        </p:nvSpPr>
        <p:spPr>
          <a:xfrm>
            <a:off x="1016000" y="1651000"/>
            <a:ext cx="60970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chemeClr val="accent1">
                    <a:lumMod val="60000"/>
                    <a:lumOff val="40000"/>
                  </a:schemeClr>
                </a:solidFill>
              </a:defRPr>
            </a:lvl1pPr>
          </a:lstStyle>
          <a:p>
            <a:pPr lvl="0"/>
            <a:r>
              <a:rPr lang="zh-CN" altLang="en-US" smtClean="0"/>
              <a:t>20XX YEAR</a:t>
            </a:r>
            <a:endParaRPr lang="zh-CN" altLang="en-US" smtClean="0"/>
          </a:p>
        </p:txBody>
      </p:sp>
      <p:sp>
        <p:nvSpPr>
          <p:cNvPr id="9" name="标题" descr="7b0a20202020227461726765744d6f64756c65223a202270726f636573734f6e6c696e65466f6e7473220a7d0a"/>
          <p:cNvSpPr txBox="1">
            <a:spLocks noGrp="1"/>
          </p:cNvSpPr>
          <p:nvPr>
            <p:ph type="title" idx="16388" hasCustomPrompt="1"/>
            <p:custDataLst>
              <p:tags r:id="rId9"/>
            </p:custDataLst>
          </p:nvPr>
        </p:nvSpPr>
        <p:spPr>
          <a:xfrm>
            <a:off x="1016000" y="2159000"/>
            <a:ext cx="6352646" cy="2540000"/>
          </a:xfrm>
          <a:prstGeom prst="rect">
            <a:avLst/>
          </a:prstGeom>
          <a:noFill/>
        </p:spPr>
        <p:txBody>
          <a:bodyPr vert="horz" wrap="square" lIns="0" tIns="0" rIns="0" bIns="0" rtlCol="0" anchor="t" anchorCtr="0">
            <a:normAutofit/>
          </a:bodyPr>
          <a:lstStyle>
            <a:lvl1pPr marL="0" marR="0" lvl="0" indent="0" algn="l" defTabSz="914400" rtl="0" eaLnBrk="1" fontAlgn="auto" latinLnBrk="0" hangingPunct="1">
              <a:lnSpc>
                <a:spcPct val="100000"/>
              </a:lnSpc>
              <a:spcBef>
                <a:spcPct val="0"/>
              </a:spcBef>
              <a:spcAft>
                <a:spcPct val="0"/>
              </a:spcAft>
              <a:buClrTx/>
              <a:buSzTx/>
              <a:buFontTx/>
              <a:buNone/>
              <a:defRPr kumimoji="0" lang="zh-CN" altLang="en-US" sz="6000" b="0" i="0" u="none" strike="noStrike" kern="1200" cap="none" spc="0" normalizeH="0" baseline="0" noProof="1" dirty="0">
                <a:solidFill>
                  <a:schemeClr val="tx1"/>
                </a:solidFill>
                <a:latin typeface="+mj-ea"/>
                <a:ea typeface="+mj-ea"/>
                <a:cs typeface="MiSans" panose="00000500000000000000" charset="-122"/>
                <a:sym typeface="+mn-ea"/>
              </a:defRPr>
            </a:lvl1pPr>
          </a:lstStyle>
          <a:p>
            <a:pPr lvl="0" algn="l">
              <a:lnSpc>
                <a:spcPct val="110000"/>
              </a:lnSpc>
              <a:buClrTx/>
              <a:buSzTx/>
              <a:buFontTx/>
            </a:pPr>
            <a:r>
              <a:rPr dirty="0">
                <a:sym typeface="+mn-ea"/>
              </a:rPr>
              <a:t>Your presentation title here</a:t>
            </a:r>
            <a:endParaRPr dirty="0">
              <a:sym typeface="+mn-ea"/>
            </a:endParaRPr>
          </a:p>
        </p:txBody>
      </p:sp>
      <p:sp>
        <p:nvSpPr>
          <p:cNvPr id="12" name="署名占位符 10"/>
          <p:cNvSpPr>
            <a:spLocks noGrp="1"/>
          </p:cNvSpPr>
          <p:nvPr>
            <p:ph type="body" sz="quarter" idx="16390" hasCustomPrompt="1"/>
            <p:custDataLst>
              <p:tags r:id="rId10"/>
            </p:custDataLst>
          </p:nvPr>
        </p:nvSpPr>
        <p:spPr>
          <a:xfrm>
            <a:off x="1016000" y="4749800"/>
            <a:ext cx="2540882" cy="533400"/>
          </a:xfrm>
          <a:prstGeom prst="roundRect">
            <a:avLst>
              <a:gd name="adj" fmla="val 50000"/>
            </a:avLst>
          </a:prstGeom>
          <a:solidFill>
            <a:schemeClr val="accent1"/>
          </a:solidFill>
          <a:effectLst/>
        </p:spPr>
        <p:txBody>
          <a:bodyPr vert="horz" wrap="square" lIns="0" tIns="0" rIns="0" bIns="0" anchor="ctr">
            <a:normAutofit/>
          </a:bodyPr>
          <a:lstStyle>
            <a:lvl1pPr marL="0" indent="0" algn="ctr">
              <a:lnSpc>
                <a:spcPct val="100000"/>
              </a:lnSpc>
              <a:spcBef>
                <a:spcPct val="0"/>
              </a:spcBef>
              <a:spcAft>
                <a:spcPct val="0"/>
              </a:spcAft>
              <a:buNone/>
              <a:defRPr sz="2000" spc="0">
                <a:solidFill>
                  <a:srgbClr val="FFFFFF"/>
                </a:solidFill>
                <a:latin typeface="+mj-ea"/>
                <a:ea typeface="+mj-ea"/>
              </a:defRPr>
            </a:lvl1pPr>
          </a:lstStyle>
          <a:p>
            <a:pPr lvl="0"/>
            <a:r>
              <a:rPr lang="zh-CN" altLang="en-US" dirty="0"/>
              <a:t>BY WPS</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Section_Slide_1_4">
    <p:bg>
      <p:bgRef idx="1001">
        <a:schemeClr val="bg2"/>
      </p:bgRef>
    </p:bg>
    <p:spTree>
      <p:nvGrpSpPr>
        <p:cNvPr id="1" name=""/>
        <p:cNvGrpSpPr/>
        <p:nvPr/>
      </p:nvGrpSpPr>
      <p:grpSpPr>
        <a:xfrm>
          <a:off x="0" y="0"/>
          <a:ext cx="0" cy="0"/>
          <a:chOff x="0" y="0"/>
          <a:chExt cx="0" cy="0"/>
        </a:xfrm>
      </p:grpSpPr>
      <p:pic>
        <p:nvPicPr>
          <p:cNvPr id="9" name="图片 8" descr="门旁边的墙上&#10;&#10;描述已自动生成"/>
          <p:cNvPicPr>
            <a:picLocks noChangeAspect="1"/>
          </p:cNvPicPr>
          <p:nvPr>
            <p:custDataLst>
              <p:tags r:id="rId2"/>
            </p:custDataLst>
          </p:nvPr>
        </p:nvPicPr>
        <p:blipFill>
          <a:blip r:embed="rId3">
            <a:alphaModFix amt="15000"/>
            <a:duotone>
              <a:schemeClr val="accent2">
                <a:shade val="45000"/>
                <a:satMod val="135000"/>
              </a:schemeClr>
              <a:prstClr val="white"/>
            </a:duotone>
          </a:blip>
          <a:srcRect/>
          <a:stretch>
            <a:fillRect/>
          </a:stretch>
        </p:blipFill>
        <p:spPr>
          <a:xfrm flipH="1">
            <a:off x="1" y="0"/>
            <a:ext cx="12191998" cy="6858000"/>
          </a:xfrm>
          <a:prstGeom prst="rect">
            <a:avLst/>
          </a:prstGeom>
        </p:spPr>
      </p:pic>
      <p:sp>
        <p:nvSpPr>
          <p:cNvPr id="30" name="圆: 空心 29"/>
          <p:cNvSpPr/>
          <p:nvPr>
            <p:custDataLst>
              <p:tags r:id="rId4"/>
            </p:custDataLst>
          </p:nvPr>
        </p:nvSpPr>
        <p:spPr>
          <a:xfrm>
            <a:off x="937847" y="1174285"/>
            <a:ext cx="2814149" cy="2814149"/>
          </a:xfrm>
          <a:prstGeom prst="donut">
            <a:avLst>
              <a:gd name="adj" fmla="val 22664"/>
            </a:avLst>
          </a:prstGeom>
          <a:gradFill flip="none" rotWithShape="1">
            <a:gsLst>
              <a:gs pos="33000">
                <a:srgbClr val="ECECF0">
                  <a:alpha val="0"/>
                </a:srgbClr>
              </a:gs>
              <a:gs pos="91000">
                <a:schemeClr val="accent1"/>
              </a:gs>
            </a:gsLst>
            <a:path path="circle">
              <a:fillToRect l="100000" t="100000"/>
            </a:path>
            <a:tileRect r="-100000" b="-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iSans" panose="00000500000000000000" charset="-122"/>
            </a:endParaRPr>
          </a:p>
        </p:txBody>
      </p:sp>
      <p:sp>
        <p:nvSpPr>
          <p:cNvPr id="6" name="日期占位符 3"/>
          <p:cNvSpPr>
            <a:spLocks noGrp="1"/>
          </p:cNvSpPr>
          <p:nvPr>
            <p:ph type="dt" sz="half" idx="16385"/>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0" name="页脚占位符 4"/>
          <p:cNvSpPr>
            <a:spLocks noGrp="1"/>
          </p:cNvSpPr>
          <p:nvPr>
            <p:ph type="ftr" sz="quarter" idx="16386"/>
            <p:custDataLst>
              <p:tags r:id="rId6"/>
            </p:custDataLst>
          </p:nvPr>
        </p:nvSpPr>
        <p:spPr>
          <a:xfrm>
            <a:off x="4038600" y="6356350"/>
            <a:ext cx="4114800" cy="365125"/>
          </a:xfrm>
        </p:spPr>
        <p:txBody>
          <a:bodyPr/>
          <a:lstStyle/>
          <a:p>
            <a:endParaRPr lang="zh-CN" altLang="en-US"/>
          </a:p>
        </p:txBody>
      </p:sp>
      <p:sp>
        <p:nvSpPr>
          <p:cNvPr id="11" name="灯片编号占位符 5"/>
          <p:cNvSpPr>
            <a:spLocks noGrp="1"/>
          </p:cNvSpPr>
          <p:nvPr>
            <p:ph type="sldNum" sz="quarter" idx="16387"/>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8" name="标题"/>
          <p:cNvSpPr txBox="1">
            <a:spLocks noGrp="1"/>
          </p:cNvSpPr>
          <p:nvPr>
            <p:ph type="title" idx="16388" hasCustomPrompt="1"/>
            <p:custDataLst>
              <p:tags r:id="rId8"/>
            </p:custDataLst>
          </p:nvPr>
        </p:nvSpPr>
        <p:spPr>
          <a:xfrm>
            <a:off x="1903942" y="3530600"/>
            <a:ext cx="8384117" cy="1524000"/>
          </a:xfrm>
          <a:prstGeom prst="rect">
            <a:avLst/>
          </a:prstGeom>
          <a:noFill/>
        </p:spPr>
        <p:txBody>
          <a:bodyPr vert="horz" wrap="square" lIns="0" tIns="0" rIns="0" bIns="0" rtlCol="0" anchor="t">
            <a:normAutofit/>
          </a:bodyPr>
          <a:lstStyle>
            <a:lvl1pPr marL="0" marR="0" lvl="0" indent="0" algn="ctr" defTabSz="914400" rtl="0" eaLnBrk="1" fontAlgn="auto" latinLnBrk="0" hangingPunct="1">
              <a:lnSpc>
                <a:spcPct val="100000"/>
              </a:lnSpc>
              <a:spcBef>
                <a:spcPct val="0"/>
              </a:spcBef>
              <a:spcAft>
                <a:spcPct val="0"/>
              </a:spcAft>
              <a:buClrTx/>
              <a:buSzTx/>
              <a:buFontTx/>
              <a:buNone/>
              <a:defRPr kumimoji="0" lang="zh-CN" altLang="en-US" sz="4800" b="0" i="0" u="none" strike="noStrike" kern="1200" cap="none" spc="0" normalizeH="0" baseline="0" noProof="1" dirty="0">
                <a:solidFill>
                  <a:schemeClr val="tx1"/>
                </a:solidFill>
                <a:latin typeface="+mj-ea"/>
                <a:ea typeface="+mj-ea"/>
                <a:cs typeface="MiSans" panose="00000500000000000000" charset="-122"/>
                <a:sym typeface="+mn-ea"/>
              </a:defRPr>
            </a:lvl1pPr>
          </a:lstStyle>
          <a:p>
            <a:pPr lvl="0" algn="l">
              <a:lnSpc>
                <a:spcPct val="110000"/>
              </a:lnSpc>
              <a:buClrTx/>
              <a:buSzTx/>
              <a:buFontTx/>
            </a:pPr>
            <a:r>
              <a:rPr>
                <a:sym typeface="+mn-ea"/>
              </a:rPr>
              <a:t>Your chapter title here</a:t>
            </a:r>
            <a:endParaRPr>
              <a:sym typeface="+mn-ea"/>
            </a:endParaRPr>
          </a:p>
        </p:txBody>
      </p:sp>
      <p:sp>
        <p:nvSpPr>
          <p:cNvPr id="7" name="节编号"/>
          <p:cNvSpPr txBox="1">
            <a:spLocks noGrp="1"/>
          </p:cNvSpPr>
          <p:nvPr>
            <p:ph type="body" idx="16389" hasCustomPrompt="1"/>
            <p:custDataLst>
              <p:tags r:id="rId9"/>
            </p:custDataLst>
          </p:nvPr>
        </p:nvSpPr>
        <p:spPr>
          <a:xfrm>
            <a:off x="5332413" y="1905000"/>
            <a:ext cx="1527175" cy="1524000"/>
          </a:xfrm>
          <a:prstGeom prst="rect">
            <a:avLst/>
          </a:prstGeom>
          <a:noFill/>
        </p:spPr>
        <p:txBody>
          <a:bodyPr vert="horz" wrap="square" lIns="0" tIns="0" rIns="0" bIns="0" rtlCol="0" anchor="ctr" anchorCtr="0">
            <a:normAutofit/>
          </a:bodyPr>
          <a:lstStyle>
            <a:lvl1pPr marL="0" marR="0" lvl="0" indent="0" algn="ctr" defTabSz="914400" rtl="0" eaLnBrk="1" fontAlgn="auto" latinLnBrk="0" hangingPunct="1">
              <a:lnSpc>
                <a:spcPct val="109000"/>
              </a:lnSpc>
              <a:spcBef>
                <a:spcPct val="0"/>
              </a:spcBef>
              <a:spcAft>
                <a:spcPct val="0"/>
              </a:spcAft>
              <a:buClrTx/>
              <a:buSzTx/>
              <a:buFontTx/>
              <a:buNone/>
              <a:defRPr kumimoji="0" lang="en-US" altLang="zh-CN" sz="7200" b="0" i="0" u="none" strike="noStrike" kern="1200" cap="none" spc="0" normalizeH="0" baseline="0" noProof="1" dirty="0">
                <a:ln>
                  <a:solidFill>
                    <a:schemeClr val="accent1"/>
                  </a:solidFill>
                </a:ln>
                <a:noFill/>
                <a:latin typeface="+mj-ea"/>
                <a:ea typeface="+mj-ea"/>
                <a:cs typeface="MiSans" panose="00000500000000000000" charset="-122"/>
                <a:sym typeface="+mn-ea"/>
              </a:defRPr>
            </a:lvl1pPr>
          </a:lstStyle>
          <a:p>
            <a:pPr lvl="0">
              <a:buClrTx/>
              <a:buSzTx/>
              <a:buFontTx/>
            </a:pPr>
            <a:r>
              <a:rPr dirty="0">
                <a:sym typeface="+mn-ea"/>
              </a:rPr>
              <a:t>01</a:t>
            </a:r>
            <a:endParaRPr dirty="0">
              <a:sym typeface="+mn-ea"/>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Closing_Slide_1_4">
    <p:bg>
      <p:bgRef idx="1001">
        <a:schemeClr val="bg2"/>
      </p:bgRef>
    </p:bg>
    <p:spTree>
      <p:nvGrpSpPr>
        <p:cNvPr id="1" name=""/>
        <p:cNvGrpSpPr/>
        <p:nvPr/>
      </p:nvGrpSpPr>
      <p:grpSpPr>
        <a:xfrm>
          <a:off x="0" y="0"/>
          <a:ext cx="0" cy="0"/>
          <a:chOff x="0" y="0"/>
          <a:chExt cx="0" cy="0"/>
        </a:xfrm>
      </p:grpSpPr>
      <p:pic>
        <p:nvPicPr>
          <p:cNvPr id="9" name="文本框 7" descr="门旁边的墙上&#10;&#10;描述已自动生成"/>
          <p:cNvPicPr>
            <a:picLocks noChangeAspect="1"/>
          </p:cNvPicPr>
          <p:nvPr>
            <p:custDataLst>
              <p:tags r:id="rId2"/>
            </p:custDataLst>
          </p:nvPr>
        </p:nvPicPr>
        <p:blipFill>
          <a:blip r:embed="rId3">
            <a:alphaModFix amt="15000"/>
            <a:duotone>
              <a:schemeClr val="accent2">
                <a:shade val="45000"/>
                <a:satMod val="135000"/>
              </a:schemeClr>
              <a:prstClr val="white"/>
            </a:duotone>
          </a:blip>
          <a:srcRect/>
          <a:stretch>
            <a:fillRect/>
          </a:stretch>
        </p:blipFill>
        <p:spPr>
          <a:xfrm flipH="1">
            <a:off x="1" y="0"/>
            <a:ext cx="12191998" cy="6858000"/>
          </a:xfrm>
          <a:prstGeom prst="rect">
            <a:avLst/>
          </a:prstGeom>
          <a:noFill/>
        </p:spPr>
      </p:pic>
      <p:sp>
        <p:nvSpPr>
          <p:cNvPr id="30" name="圆: 空心 29"/>
          <p:cNvSpPr/>
          <p:nvPr>
            <p:custDataLst>
              <p:tags r:id="rId4"/>
            </p:custDataLst>
          </p:nvPr>
        </p:nvSpPr>
        <p:spPr>
          <a:xfrm>
            <a:off x="6301239" y="708025"/>
            <a:ext cx="2814149" cy="2814149"/>
          </a:xfrm>
          <a:prstGeom prst="donut">
            <a:avLst>
              <a:gd name="adj" fmla="val 22664"/>
            </a:avLst>
          </a:prstGeom>
          <a:gradFill flip="none" rotWithShape="1">
            <a:gsLst>
              <a:gs pos="33000">
                <a:srgbClr val="ECECF0">
                  <a:alpha val="0"/>
                </a:srgbClr>
              </a:gs>
              <a:gs pos="91000">
                <a:schemeClr val="accent1"/>
              </a:gs>
            </a:gsLst>
            <a:path path="circle">
              <a:fillToRect t="100000" r="100000"/>
            </a:path>
            <a:tileRect l="-100000" b="-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iSans" panose="00000500000000000000" charset="-122"/>
            </a:endParaRPr>
          </a:p>
        </p:txBody>
      </p:sp>
      <p:sp>
        <p:nvSpPr>
          <p:cNvPr id="6" name="日期占位符 3"/>
          <p:cNvSpPr>
            <a:spLocks noGrp="1"/>
          </p:cNvSpPr>
          <p:nvPr>
            <p:ph type="dt" sz="half" idx="16385"/>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7" name="页脚占位符 4"/>
          <p:cNvSpPr>
            <a:spLocks noGrp="1"/>
          </p:cNvSpPr>
          <p:nvPr>
            <p:ph type="ftr" sz="quarter" idx="16386"/>
            <p:custDataLst>
              <p:tags r:id="rId6"/>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6387"/>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3" name="Subtitle 12"/>
          <p:cNvSpPr>
            <a:spLocks noGrp="1"/>
          </p:cNvSpPr>
          <p:nvPr>
            <p:ph type="body" idx="16389" hasCustomPrompt="1"/>
            <p:custDataLst>
              <p:tags r:id="rId8"/>
            </p:custDataLst>
          </p:nvPr>
        </p:nvSpPr>
        <p:spPr>
          <a:xfrm>
            <a:off x="3364971" y="2667000"/>
            <a:ext cx="5449358" cy="457200"/>
          </a:xfrm>
          <a:noFill/>
        </p:spPr>
        <p:txBody>
          <a:bodyPr vert="horz"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8" name="标题"/>
          <p:cNvSpPr txBox="1">
            <a:spLocks noGrp="1"/>
          </p:cNvSpPr>
          <p:nvPr>
            <p:ph type="title" idx="16388" hasCustomPrompt="1"/>
            <p:custDataLst>
              <p:tags r:id="rId9"/>
            </p:custDataLst>
          </p:nvPr>
        </p:nvSpPr>
        <p:spPr>
          <a:xfrm>
            <a:off x="3364089" y="3175000"/>
            <a:ext cx="5451122" cy="1016000"/>
          </a:xfrm>
          <a:prstGeom prst="rect">
            <a:avLst/>
          </a:prstGeom>
          <a:noFill/>
        </p:spPr>
        <p:txBody>
          <a:bodyPr vert="horz" wrap="square" lIns="0" tIns="0" rIns="0" bIns="0" rtlCol="0" anchor="t" anchorCtr="0">
            <a:normAutofit/>
          </a:bodyPr>
          <a:lstStyle>
            <a:lvl1pPr marL="0" marR="0" lvl="0" indent="0" algn="ctr" defTabSz="914400" rtl="0" eaLnBrk="1" fontAlgn="auto" latinLnBrk="0" hangingPunct="1">
              <a:lnSpc>
                <a:spcPct val="100000"/>
              </a:lnSpc>
              <a:spcBef>
                <a:spcPct val="0"/>
              </a:spcBef>
              <a:spcAft>
                <a:spcPct val="0"/>
              </a:spcAft>
              <a:buClrTx/>
              <a:buSzTx/>
              <a:buFontTx/>
              <a:buNone/>
              <a:defRPr kumimoji="0" lang="zh-CN" altLang="en-US" sz="6400" b="0" i="0" u="none" strike="noStrike" kern="1200" cap="none" spc="0" normalizeH="0" baseline="0" noProof="1" dirty="0">
                <a:solidFill>
                  <a:schemeClr val="tx1"/>
                </a:solidFill>
                <a:uFillTx/>
                <a:latin typeface="+mj-ea"/>
                <a:ea typeface="+mj-ea"/>
                <a:cs typeface="MiSans" panose="00000500000000000000" charset="-122"/>
                <a:sym typeface="+mn-ea"/>
              </a:defRPr>
            </a:lvl1pPr>
          </a:lstStyle>
          <a:p>
            <a:pPr lvl="0" algn="l">
              <a:lnSpc>
                <a:spcPct val="110000"/>
              </a:lnSpc>
              <a:buClrTx/>
              <a:buSzTx/>
              <a:buFontTx/>
            </a:pPr>
            <a:r>
              <a:rPr dirty="0">
                <a:sym typeface="+mn-ea"/>
              </a:rPr>
              <a:t>THANK YOU</a:t>
            </a:r>
            <a:endParaRPr dirty="0">
              <a:sym typeface="+mn-ea"/>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_Slide-1-5-4">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Subtitle 10"/>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catalog</a:t>
            </a:r>
            <a:endParaRPr lang="zh-CN" altLang="en-US"/>
          </a:p>
        </p:txBody>
      </p:sp>
      <p:sp>
        <p:nvSpPr>
          <p:cNvPr id="12" name="Title 11"/>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Contents</a:t>
            </a:r>
            <a:endParaRPr lang="zh-CN" altLang="en-US"/>
          </a:p>
        </p:txBody>
      </p:sp>
      <p:sp>
        <p:nvSpPr>
          <p:cNvPr id="13" name="Text Placeholder 12"/>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Chapter Title</a:t>
            </a:r>
            <a:endParaRPr lang="zh-CN" altLang="en-US" smtClean="0"/>
          </a:p>
        </p:txBody>
      </p:sp>
      <p:sp>
        <p:nvSpPr>
          <p:cNvPr id="16" name="Text Placeholder 15"/>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Chapter Title</a:t>
            </a:r>
            <a:endParaRPr lang="zh-CN" altLang="en-US" smtClean="0"/>
          </a:p>
        </p:txBody>
      </p:sp>
      <p:sp>
        <p:nvSpPr>
          <p:cNvPr id="19" name="Text Placeholder 18"/>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Chapter Title</a:t>
            </a:r>
            <a:endParaRPr lang="zh-CN" altLang="en-US" smtClean="0"/>
          </a:p>
        </p:txBody>
      </p:sp>
      <p:sp>
        <p:nvSpPr>
          <p:cNvPr id="22" name="Text Placeholder 21"/>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Text Placeholder 23"/>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Chapter Title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s_Slide-1-5_5">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Subtitle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zh-CN" altLang="en-US"/>
              <a:t>catalog</a:t>
            </a:r>
            <a:endParaRPr lang="zh-CN" altLang="en-US"/>
          </a:p>
        </p:txBody>
      </p:sp>
      <p:sp>
        <p:nvSpPr>
          <p:cNvPr id="12" name="Title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000" b="1" spc="0">
                <a:solidFill>
                  <a:schemeClr val="tx1"/>
                </a:solidFill>
              </a:defRPr>
            </a:lvl1pPr>
          </a:lstStyle>
          <a:p>
            <a:pPr lvl="0"/>
            <a:r>
              <a:rPr lang="zh-CN" altLang="en-US"/>
              <a:t>Contents</a:t>
            </a:r>
            <a:endParaRPr lang="zh-CN" altLang="en-US"/>
          </a:p>
        </p:txBody>
      </p:sp>
      <p:sp>
        <p:nvSpPr>
          <p:cNvPr id="13" name="Text Placeholder 12"/>
          <p:cNvSpPr>
            <a:spLocks noGrp="1"/>
          </p:cNvSpPr>
          <p:nvPr>
            <p:ph type="body" idx="16388" hasCustomPrompt="1"/>
            <p:custDataLst>
              <p:tags r:id="rId7"/>
            </p:custDataLst>
          </p:nvPr>
        </p:nvSpPr>
        <p:spPr>
          <a:xfrm>
            <a:off x="4070350" y="1447800"/>
            <a:ext cx="596900" cy="508000"/>
          </a:xfrm>
          <a:noFill/>
        </p:spPr>
        <p:txBody>
          <a:bodyPr wrap="none" lIns="0" tIns="0" rIns="0" bIns="0" anchor="ctr">
            <a:noAutofit/>
          </a:bodyPr>
          <a:lstStyle>
            <a:lvl1pPr marL="0" indent="0" algn="ctr">
              <a:lnSpc>
                <a:spcPct val="109000"/>
              </a:lnSpc>
              <a:buNone/>
              <a:defRPr sz="4000" b="0" spc="0">
                <a:solidFill>
                  <a:schemeClr val="accent1"/>
                </a:solidFill>
              </a:defRPr>
            </a:lvl1pPr>
            <a:lvl5pPr marL="0" indent="0" algn="ctr">
              <a:lnSpc>
                <a:spcPct val="109000"/>
              </a:lnSpc>
              <a:spcBef>
                <a:spcPct val="0"/>
              </a:spcBef>
              <a:spcAft>
                <a:spcPct val="0"/>
              </a:spcAft>
              <a:buNone/>
              <a:defRPr/>
            </a:lvl5pPr>
          </a:lstStyle>
          <a:p>
            <a:pPr lvl="0"/>
            <a:r>
              <a:rPr lang="zh-CN" altLang="en-US" smtClean="0"/>
              <a:t>01</a:t>
            </a:r>
            <a:endParaRPr lang="zh-CN" altLang="en-US" smtClean="0"/>
          </a:p>
        </p:txBody>
      </p:sp>
      <p:sp>
        <p:nvSpPr>
          <p:cNvPr id="14" name="装饰  3"/>
          <p:cNvSpPr>
            <a:spLocks noGrp="1"/>
          </p:cNvSpPr>
          <p:nvPr>
            <p:ph type="body" idx="16397" hasCustomPrompt="1"/>
            <p:custDataLst>
              <p:tags r:id="rId8"/>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5" name="Text Placeholder 14"/>
          <p:cNvSpPr>
            <a:spLocks noGrp="1"/>
          </p:cNvSpPr>
          <p:nvPr>
            <p:ph type="body" idx="16387" hasCustomPrompt="1"/>
            <p:custDataLst>
              <p:tags r:id="rId9"/>
            </p:custDataLst>
          </p:nvPr>
        </p:nvSpPr>
        <p:spPr>
          <a:xfrm>
            <a:off x="5080000" y="1295400"/>
            <a:ext cx="2324100" cy="914400"/>
          </a:xfrm>
          <a:noFill/>
        </p:spPr>
        <p:txBody>
          <a:bodyPr lIns="0" tIns="0" rIns="0" bIns="0" anchor="ctr">
            <a:normAutofit/>
          </a:bodyPr>
          <a:lstStyle>
            <a:lvl1pPr marL="0" indent="0" algn="l">
              <a:lnSpc>
                <a:spcPct val="118000"/>
              </a:lnSpc>
              <a:buNone/>
              <a:defRPr sz="2400" b="0" spc="0">
                <a:solidFill>
                  <a:schemeClr val="tx1"/>
                </a:solidFill>
              </a:defRPr>
            </a:lvl1pPr>
            <a:lvl5pPr marL="0" indent="0" algn="l">
              <a:lnSpc>
                <a:spcPct val="118000"/>
              </a:lnSpc>
              <a:spcBef>
                <a:spcPct val="0"/>
              </a:spcBef>
              <a:spcAft>
                <a:spcPct val="0"/>
              </a:spcAft>
              <a:buNone/>
              <a:defRPr/>
            </a:lvl5pPr>
          </a:lstStyle>
          <a:p>
            <a:pPr lvl="0"/>
            <a:r>
              <a:rPr lang="zh-CN" altLang="en-US" smtClean="0"/>
              <a:t>Item title</a:t>
            </a:r>
            <a:endParaRPr lang="zh-CN" altLang="en-US" smtClean="0"/>
          </a:p>
        </p:txBody>
      </p:sp>
      <p:sp>
        <p:nvSpPr>
          <p:cNvPr id="16" name="Text Placeholder 15"/>
          <p:cNvSpPr>
            <a:spLocks noGrp="1"/>
          </p:cNvSpPr>
          <p:nvPr>
            <p:ph type="body" idx="16390" hasCustomPrompt="1"/>
            <p:custDataLst>
              <p:tags r:id="rId10"/>
            </p:custDataLst>
          </p:nvPr>
        </p:nvSpPr>
        <p:spPr>
          <a:xfrm>
            <a:off x="7994650" y="1447800"/>
            <a:ext cx="596900" cy="508000"/>
          </a:xfrm>
          <a:noFill/>
        </p:spPr>
        <p:txBody>
          <a:bodyPr wrap="none" lIns="0" tIns="0" rIns="0" bIns="0" anchor="ctr">
            <a:noAutofit/>
          </a:bodyPr>
          <a:lstStyle>
            <a:lvl1pPr marL="0" indent="0" algn="ctr">
              <a:lnSpc>
                <a:spcPct val="109000"/>
              </a:lnSpc>
              <a:buNone/>
              <a:defRPr sz="4000" b="0" spc="0">
                <a:solidFill>
                  <a:schemeClr val="accent1"/>
                </a:solidFill>
              </a:defRPr>
            </a:lvl1pPr>
            <a:lvl5pPr marL="0" indent="0" algn="ctr">
              <a:lnSpc>
                <a:spcPct val="109000"/>
              </a:lnSpc>
              <a:spcBef>
                <a:spcPct val="0"/>
              </a:spcBef>
              <a:spcAft>
                <a:spcPct val="0"/>
              </a:spcAft>
              <a:buNone/>
              <a:defRPr/>
            </a:lvl5pPr>
          </a:lstStyle>
          <a:p>
            <a:pPr lvl="0"/>
            <a:r>
              <a:rPr lang="zh-CN" altLang="en-US" smtClean="0"/>
              <a:t>02</a:t>
            </a:r>
            <a:endParaRPr lang="zh-CN" altLang="en-US" smtClean="0"/>
          </a:p>
        </p:txBody>
      </p:sp>
      <p:sp>
        <p:nvSpPr>
          <p:cNvPr id="17" name="装饰  6"/>
          <p:cNvSpPr>
            <a:spLocks noGrp="1"/>
          </p:cNvSpPr>
          <p:nvPr>
            <p:ph type="body" idx="16398" hasCustomPrompt="1"/>
            <p:custDataLst>
              <p:tags r:id="rId11"/>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8" name="Text Placeholder 17"/>
          <p:cNvSpPr>
            <a:spLocks noGrp="1"/>
          </p:cNvSpPr>
          <p:nvPr>
            <p:ph type="body" idx="16389" hasCustomPrompt="1"/>
            <p:custDataLst>
              <p:tags r:id="rId12"/>
            </p:custDataLst>
          </p:nvPr>
        </p:nvSpPr>
        <p:spPr>
          <a:xfrm>
            <a:off x="9004300" y="1295400"/>
            <a:ext cx="2324100" cy="914400"/>
          </a:xfrm>
          <a:noFill/>
        </p:spPr>
        <p:txBody>
          <a:bodyPr lIns="0" tIns="0" rIns="0" bIns="0" anchor="ctr">
            <a:normAutofit/>
          </a:bodyPr>
          <a:lstStyle>
            <a:lvl1pPr marL="0" indent="0" algn="l">
              <a:lnSpc>
                <a:spcPct val="118000"/>
              </a:lnSpc>
              <a:buNone/>
              <a:defRPr sz="2400" b="0" spc="0">
                <a:solidFill>
                  <a:schemeClr val="tx1"/>
                </a:solidFill>
              </a:defRPr>
            </a:lvl1pPr>
            <a:lvl5pPr marL="0" indent="0" algn="l">
              <a:lnSpc>
                <a:spcPct val="118000"/>
              </a:lnSpc>
              <a:spcBef>
                <a:spcPct val="0"/>
              </a:spcBef>
              <a:spcAft>
                <a:spcPct val="0"/>
              </a:spcAft>
              <a:buNone/>
              <a:defRPr/>
            </a:lvl5pPr>
          </a:lstStyle>
          <a:p>
            <a:pPr lvl="0"/>
            <a:r>
              <a:rPr lang="zh-CN" altLang="en-US" smtClean="0"/>
              <a:t>Item title</a:t>
            </a:r>
            <a:endParaRPr lang="zh-CN" altLang="en-US" smtClean="0"/>
          </a:p>
        </p:txBody>
      </p:sp>
      <p:sp>
        <p:nvSpPr>
          <p:cNvPr id="19" name="Text Placeholder 18"/>
          <p:cNvSpPr>
            <a:spLocks noGrp="1"/>
          </p:cNvSpPr>
          <p:nvPr>
            <p:ph type="body" idx="16392" hasCustomPrompt="1"/>
            <p:custDataLst>
              <p:tags r:id="rId13"/>
            </p:custDataLst>
          </p:nvPr>
        </p:nvSpPr>
        <p:spPr>
          <a:xfrm>
            <a:off x="4070350" y="3124200"/>
            <a:ext cx="596900" cy="508000"/>
          </a:xfrm>
          <a:noFill/>
        </p:spPr>
        <p:txBody>
          <a:bodyPr wrap="none" lIns="0" tIns="0" rIns="0" bIns="0" anchor="ctr">
            <a:noAutofit/>
          </a:bodyPr>
          <a:lstStyle>
            <a:lvl1pPr marL="0" indent="0" algn="ctr">
              <a:lnSpc>
                <a:spcPct val="109000"/>
              </a:lnSpc>
              <a:buNone/>
              <a:defRPr sz="4000" b="0" spc="0">
                <a:solidFill>
                  <a:schemeClr val="accent1"/>
                </a:solidFill>
              </a:defRPr>
            </a:lvl1pPr>
            <a:lvl5pPr marL="0" indent="0" algn="ctr">
              <a:lnSpc>
                <a:spcPct val="109000"/>
              </a:lnSpc>
              <a:spcBef>
                <a:spcPct val="0"/>
              </a:spcBef>
              <a:spcAft>
                <a:spcPct val="0"/>
              </a:spcAft>
              <a:buNone/>
              <a:defRPr/>
            </a:lvl5pPr>
          </a:lstStyle>
          <a:p>
            <a:pPr lvl="0"/>
            <a:r>
              <a:rPr lang="zh-CN" altLang="en-US" smtClean="0"/>
              <a:t>03</a:t>
            </a:r>
            <a:endParaRPr lang="zh-CN" altLang="en-US" smtClean="0"/>
          </a:p>
        </p:txBody>
      </p:sp>
      <p:sp>
        <p:nvSpPr>
          <p:cNvPr id="20" name="装饰  9"/>
          <p:cNvSpPr>
            <a:spLocks noGrp="1"/>
          </p:cNvSpPr>
          <p:nvPr>
            <p:ph type="body" idx="16399" hasCustomPrompt="1"/>
            <p:custDataLst>
              <p:tags r:id="rId14"/>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1" name="Text Placeholder 20"/>
          <p:cNvSpPr>
            <a:spLocks noGrp="1"/>
          </p:cNvSpPr>
          <p:nvPr>
            <p:ph type="body" idx="16391" hasCustomPrompt="1"/>
            <p:custDataLst>
              <p:tags r:id="rId15"/>
            </p:custDataLst>
          </p:nvPr>
        </p:nvSpPr>
        <p:spPr>
          <a:xfrm>
            <a:off x="5080000" y="2971800"/>
            <a:ext cx="2324100" cy="914400"/>
          </a:xfrm>
          <a:noFill/>
        </p:spPr>
        <p:txBody>
          <a:bodyPr lIns="0" tIns="0" rIns="0" bIns="0" anchor="ctr">
            <a:normAutofit/>
          </a:bodyPr>
          <a:lstStyle>
            <a:lvl1pPr marL="0" indent="0" algn="l">
              <a:lnSpc>
                <a:spcPct val="118000"/>
              </a:lnSpc>
              <a:buNone/>
              <a:defRPr sz="2400" b="0" spc="0">
                <a:solidFill>
                  <a:schemeClr val="tx1"/>
                </a:solidFill>
              </a:defRPr>
            </a:lvl1pPr>
            <a:lvl5pPr marL="0" indent="0" algn="l">
              <a:lnSpc>
                <a:spcPct val="118000"/>
              </a:lnSpc>
              <a:spcBef>
                <a:spcPct val="0"/>
              </a:spcBef>
              <a:spcAft>
                <a:spcPct val="0"/>
              </a:spcAft>
              <a:buNone/>
              <a:defRPr/>
            </a:lvl5pPr>
          </a:lstStyle>
          <a:p>
            <a:pPr lvl="0"/>
            <a:r>
              <a:rPr lang="zh-CN" altLang="en-US" smtClean="0"/>
              <a:t>Item title</a:t>
            </a:r>
            <a:endParaRPr lang="zh-CN" altLang="en-US" smtClean="0"/>
          </a:p>
        </p:txBody>
      </p:sp>
      <p:sp>
        <p:nvSpPr>
          <p:cNvPr id="22" name="Text Placeholder 21"/>
          <p:cNvSpPr>
            <a:spLocks noGrp="1"/>
          </p:cNvSpPr>
          <p:nvPr>
            <p:ph type="body" idx="16394" hasCustomPrompt="1"/>
            <p:custDataLst>
              <p:tags r:id="rId16"/>
            </p:custDataLst>
          </p:nvPr>
        </p:nvSpPr>
        <p:spPr>
          <a:xfrm>
            <a:off x="7994650" y="3124200"/>
            <a:ext cx="596900" cy="508000"/>
          </a:xfrm>
          <a:noFill/>
        </p:spPr>
        <p:txBody>
          <a:bodyPr wrap="none" lIns="0" tIns="0" rIns="0" bIns="0" anchor="ctr">
            <a:noAutofit/>
          </a:bodyPr>
          <a:lstStyle>
            <a:lvl1pPr marL="0" indent="0" algn="ctr">
              <a:lnSpc>
                <a:spcPct val="109000"/>
              </a:lnSpc>
              <a:buNone/>
              <a:defRPr sz="4000" b="0" spc="0">
                <a:solidFill>
                  <a:schemeClr val="accent1"/>
                </a:solidFill>
              </a:defRPr>
            </a:lvl1pPr>
            <a:lvl5pPr marL="0" indent="0" algn="ctr">
              <a:lnSpc>
                <a:spcPct val="109000"/>
              </a:lnSpc>
              <a:spcBef>
                <a:spcPct val="0"/>
              </a:spcBef>
              <a:spcAft>
                <a:spcPct val="0"/>
              </a:spcAft>
              <a:buNone/>
              <a:defRPr/>
            </a:lvl5pPr>
          </a:lstStyle>
          <a:p>
            <a:pPr lvl="0"/>
            <a:r>
              <a:rPr lang="zh-CN" altLang="en-US" smtClean="0"/>
              <a:t>04</a:t>
            </a:r>
            <a:endParaRPr lang="zh-CN" altLang="en-US" smtClean="0"/>
          </a:p>
        </p:txBody>
      </p:sp>
      <p:sp>
        <p:nvSpPr>
          <p:cNvPr id="23" name="装饰  2"/>
          <p:cNvSpPr>
            <a:spLocks noGrp="1"/>
          </p:cNvSpPr>
          <p:nvPr>
            <p:ph type="body" idx="16400" hasCustomPrompt="1"/>
            <p:custDataLst>
              <p:tags r:id="rId17"/>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4" name="Text Placeholder 23"/>
          <p:cNvSpPr>
            <a:spLocks noGrp="1"/>
          </p:cNvSpPr>
          <p:nvPr>
            <p:ph type="body" idx="16393" hasCustomPrompt="1"/>
            <p:custDataLst>
              <p:tags r:id="rId18"/>
            </p:custDataLst>
          </p:nvPr>
        </p:nvSpPr>
        <p:spPr>
          <a:xfrm>
            <a:off x="9004300" y="2971800"/>
            <a:ext cx="2324100" cy="914400"/>
          </a:xfrm>
          <a:noFill/>
        </p:spPr>
        <p:txBody>
          <a:bodyPr lIns="0" tIns="0" rIns="0" bIns="0" anchor="ctr">
            <a:normAutofit/>
          </a:bodyPr>
          <a:lstStyle>
            <a:lvl1pPr marL="0" indent="0" algn="l">
              <a:lnSpc>
                <a:spcPct val="118000"/>
              </a:lnSpc>
              <a:buNone/>
              <a:defRPr sz="2400" b="0" spc="0">
                <a:solidFill>
                  <a:schemeClr val="tx1"/>
                </a:solidFill>
              </a:defRPr>
            </a:lvl1pPr>
            <a:lvl5pPr marL="0" indent="0" algn="l">
              <a:lnSpc>
                <a:spcPct val="118000"/>
              </a:lnSpc>
              <a:spcBef>
                <a:spcPct val="0"/>
              </a:spcBef>
              <a:spcAft>
                <a:spcPct val="0"/>
              </a:spcAft>
              <a:buNone/>
              <a:defRPr/>
            </a:lvl5pPr>
          </a:lstStyle>
          <a:p>
            <a:pPr lvl="0"/>
            <a:r>
              <a:rPr lang="zh-CN" altLang="en-US" smtClean="0"/>
              <a:t>Item title</a:t>
            </a:r>
            <a:endParaRPr lang="zh-CN" altLang="en-US" smtClean="0"/>
          </a:p>
        </p:txBody>
      </p:sp>
      <p:sp>
        <p:nvSpPr>
          <p:cNvPr id="25" name="Text Placeholder 24"/>
          <p:cNvSpPr>
            <a:spLocks noGrp="1"/>
          </p:cNvSpPr>
          <p:nvPr>
            <p:ph type="body" idx="16396" hasCustomPrompt="1"/>
            <p:custDataLst>
              <p:tags r:id="rId19"/>
            </p:custDataLst>
          </p:nvPr>
        </p:nvSpPr>
        <p:spPr>
          <a:xfrm>
            <a:off x="4070350" y="4800600"/>
            <a:ext cx="596900" cy="508000"/>
          </a:xfrm>
          <a:noFill/>
        </p:spPr>
        <p:txBody>
          <a:bodyPr wrap="none" lIns="0" tIns="0" rIns="0" bIns="0" anchor="ctr">
            <a:noAutofit/>
          </a:bodyPr>
          <a:lstStyle>
            <a:lvl1pPr marL="0" indent="0" algn="ctr">
              <a:lnSpc>
                <a:spcPct val="109000"/>
              </a:lnSpc>
              <a:buNone/>
              <a:defRPr sz="4000" b="0" spc="0">
                <a:solidFill>
                  <a:schemeClr val="accent1"/>
                </a:solidFill>
              </a:defRPr>
            </a:lvl1pPr>
            <a:lvl5pPr marL="0" indent="0" algn="ctr">
              <a:lnSpc>
                <a:spcPct val="109000"/>
              </a:lnSpc>
              <a:spcBef>
                <a:spcPct val="0"/>
              </a:spcBef>
              <a:spcAft>
                <a:spcPct val="0"/>
              </a:spcAft>
              <a:buNone/>
              <a:defRPr/>
            </a:lvl5pPr>
          </a:lstStyle>
          <a:p>
            <a:pPr lvl="0"/>
            <a:r>
              <a:rPr lang="zh-CN" altLang="en-US" smtClean="0"/>
              <a:t>05</a:t>
            </a:r>
            <a:endParaRPr lang="zh-CN" altLang="en-US" smtClean="0"/>
          </a:p>
        </p:txBody>
      </p:sp>
      <p:sp>
        <p:nvSpPr>
          <p:cNvPr id="26" name="装饰  5"/>
          <p:cNvSpPr>
            <a:spLocks noGrp="1"/>
          </p:cNvSpPr>
          <p:nvPr>
            <p:ph type="body" idx="16401" hasCustomPrompt="1"/>
            <p:custDataLst>
              <p:tags r:id="rId20"/>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7" name="Text Placeholder 26"/>
          <p:cNvSpPr>
            <a:spLocks noGrp="1"/>
          </p:cNvSpPr>
          <p:nvPr>
            <p:ph type="body" idx="16395" hasCustomPrompt="1"/>
            <p:custDataLst>
              <p:tags r:id="rId21"/>
            </p:custDataLst>
          </p:nvPr>
        </p:nvSpPr>
        <p:spPr>
          <a:xfrm>
            <a:off x="5080000" y="4648200"/>
            <a:ext cx="2324100" cy="914400"/>
          </a:xfrm>
          <a:noFill/>
        </p:spPr>
        <p:txBody>
          <a:bodyPr lIns="0" tIns="0" rIns="0" bIns="0" anchor="ctr">
            <a:normAutofit/>
          </a:bodyPr>
          <a:lstStyle>
            <a:lvl1pPr marL="0" indent="0" algn="l">
              <a:lnSpc>
                <a:spcPct val="118000"/>
              </a:lnSpc>
              <a:buNone/>
              <a:defRPr sz="2400" b="0" spc="0">
                <a:solidFill>
                  <a:schemeClr val="tx1"/>
                </a:solidFill>
              </a:defRPr>
            </a:lvl1pPr>
            <a:lvl5pPr marL="0" indent="0" algn="l">
              <a:lnSpc>
                <a:spcPct val="118000"/>
              </a:lnSpc>
              <a:spcBef>
                <a:spcPct val="0"/>
              </a:spcBef>
              <a:spcAft>
                <a:spcPct val="0"/>
              </a:spcAft>
              <a:buNone/>
              <a:defRPr/>
            </a:lvl5pPr>
          </a:lstStyle>
          <a:p>
            <a:pPr lvl="0"/>
            <a:r>
              <a:rPr lang="zh-CN" altLang="en-US" smtClean="0"/>
              <a:t>Item title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Slide-10022_17">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2362200" cy="18288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86" hasCustomPrompt="1"/>
            <p:custDataLst>
              <p:tags r:id="rId6"/>
            </p:custDataLst>
          </p:nvPr>
        </p:nvSpPr>
        <p:spPr>
          <a:xfrm>
            <a:off x="609600" y="2667000"/>
            <a:ext cx="2362200" cy="3352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text here</a:t>
            </a:r>
            <a:endParaRPr lang="zh-CN" altLang="en-US" smtClean="0"/>
          </a:p>
        </p:txBody>
      </p:sp>
      <p:sp>
        <p:nvSpPr>
          <p:cNvPr id="13" name="Content Placeholder 12"/>
          <p:cNvSpPr>
            <a:spLocks noGrp="1"/>
          </p:cNvSpPr>
          <p:nvPr>
            <p:ph idx="16390" hasCustomPrompt="1"/>
            <p:custDataLst>
              <p:tags r:id="rId7"/>
            </p:custDataLst>
          </p:nvPr>
        </p:nvSpPr>
        <p:spPr>
          <a:xfrm>
            <a:off x="3581400" y="609600"/>
            <a:ext cx="2463800" cy="3810000"/>
          </a:xfrm>
          <a:custGeom>
            <a:avLst/>
            <a:gdLst>
              <a:gd name="connisteX0" fmla="*/ 0 w 2463800"/>
              <a:gd name="connsiteY0" fmla="*/ 203200 h 3810000"/>
              <a:gd name="connisteX1" fmla="*/ 203200 w 2463800"/>
              <a:gd name="connsiteY1" fmla="*/ 0 h 3810000"/>
              <a:gd name="connisteX2" fmla="*/ 2260600 w 2463800"/>
              <a:gd name="connsiteY2" fmla="*/ 0 h 3810000"/>
              <a:gd name="connisteX3" fmla="*/ 2463800 w 2463800"/>
              <a:gd name="connsiteY3" fmla="*/ 203200 h 3810000"/>
              <a:gd name="connisteX4" fmla="*/ 2463800 w 2463800"/>
              <a:gd name="connsiteY4" fmla="*/ 3606800 h 3810000"/>
              <a:gd name="connisteX5" fmla="*/ 2260600 w 2463800"/>
              <a:gd name="connsiteY5" fmla="*/ 3810000 h 3810000"/>
              <a:gd name="connisteX6" fmla="*/ 203200 w 2463800"/>
              <a:gd name="connsiteY6" fmla="*/ 3810000 h 3810000"/>
              <a:gd name="connisteX7" fmla="*/ 0 w 2463800"/>
              <a:gd name="connsiteY7" fmla="*/ 3606800 h 3810000"/>
              <a:gd name="connisteX8" fmla="*/ 0 w 2463800"/>
              <a:gd name="connsiteY8" fmla="*/ 203200 h 381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463800" h="3810000">
                <a:moveTo>
                  <a:pt x="0" y="203200"/>
                </a:moveTo>
                <a:cubicBezTo>
                  <a:pt x="0" y="90976"/>
                  <a:pt x="90976" y="0"/>
                  <a:pt x="203200" y="0"/>
                </a:cubicBezTo>
                <a:lnTo>
                  <a:pt x="2260600" y="0"/>
                </a:lnTo>
                <a:cubicBezTo>
                  <a:pt x="2372824" y="0"/>
                  <a:pt x="2463800" y="90976"/>
                  <a:pt x="2463800" y="203200"/>
                </a:cubicBezTo>
                <a:lnTo>
                  <a:pt x="2463800" y="3606800"/>
                </a:lnTo>
                <a:cubicBezTo>
                  <a:pt x="2463800" y="3719024"/>
                  <a:pt x="2372824" y="3810000"/>
                  <a:pt x="2260600" y="3810000"/>
                </a:cubicBezTo>
                <a:lnTo>
                  <a:pt x="203200" y="3810000"/>
                </a:lnTo>
                <a:cubicBezTo>
                  <a:pt x="90976" y="3810000"/>
                  <a:pt x="0" y="3719024"/>
                  <a:pt x="0" y="3606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Text Placeholder 13"/>
          <p:cNvSpPr>
            <a:spLocks noGrp="1"/>
          </p:cNvSpPr>
          <p:nvPr>
            <p:ph type="body" idx="16387" hasCustomPrompt="1"/>
            <p:custDataLst>
              <p:tags r:id="rId8"/>
            </p:custDataLst>
          </p:nvPr>
        </p:nvSpPr>
        <p:spPr>
          <a:xfrm>
            <a:off x="3581400" y="4724400"/>
            <a:ext cx="2463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5" name="Content Placeholder 14"/>
          <p:cNvSpPr>
            <a:spLocks noGrp="1"/>
          </p:cNvSpPr>
          <p:nvPr>
            <p:ph idx="16391" hasCustomPrompt="1"/>
            <p:custDataLst>
              <p:tags r:id="rId9"/>
            </p:custDataLst>
          </p:nvPr>
        </p:nvSpPr>
        <p:spPr>
          <a:xfrm>
            <a:off x="6350000" y="609600"/>
            <a:ext cx="2463800" cy="3810000"/>
          </a:xfrm>
          <a:custGeom>
            <a:avLst/>
            <a:gdLst>
              <a:gd name="connisteX0" fmla="*/ 0 w 2463800"/>
              <a:gd name="connsiteY0" fmla="*/ 203200 h 3810000"/>
              <a:gd name="connisteX1" fmla="*/ 203200 w 2463800"/>
              <a:gd name="connsiteY1" fmla="*/ 0 h 3810000"/>
              <a:gd name="connisteX2" fmla="*/ 2260600 w 2463800"/>
              <a:gd name="connsiteY2" fmla="*/ 0 h 3810000"/>
              <a:gd name="connisteX3" fmla="*/ 2463800 w 2463800"/>
              <a:gd name="connsiteY3" fmla="*/ 203200 h 3810000"/>
              <a:gd name="connisteX4" fmla="*/ 2463800 w 2463800"/>
              <a:gd name="connsiteY4" fmla="*/ 3606800 h 3810000"/>
              <a:gd name="connisteX5" fmla="*/ 2260600 w 2463800"/>
              <a:gd name="connsiteY5" fmla="*/ 3810000 h 3810000"/>
              <a:gd name="connisteX6" fmla="*/ 203200 w 2463800"/>
              <a:gd name="connsiteY6" fmla="*/ 3810000 h 3810000"/>
              <a:gd name="connisteX7" fmla="*/ 0 w 2463800"/>
              <a:gd name="connsiteY7" fmla="*/ 3606800 h 3810000"/>
              <a:gd name="connisteX8" fmla="*/ 0 w 2463800"/>
              <a:gd name="connsiteY8" fmla="*/ 203200 h 381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463800" h="3810000">
                <a:moveTo>
                  <a:pt x="0" y="203200"/>
                </a:moveTo>
                <a:cubicBezTo>
                  <a:pt x="0" y="90976"/>
                  <a:pt x="90976" y="0"/>
                  <a:pt x="203200" y="0"/>
                </a:cubicBezTo>
                <a:lnTo>
                  <a:pt x="2260600" y="0"/>
                </a:lnTo>
                <a:cubicBezTo>
                  <a:pt x="2372824" y="0"/>
                  <a:pt x="2463800" y="90976"/>
                  <a:pt x="2463800" y="203200"/>
                </a:cubicBezTo>
                <a:lnTo>
                  <a:pt x="2463800" y="3606800"/>
                </a:lnTo>
                <a:cubicBezTo>
                  <a:pt x="2463800" y="3719024"/>
                  <a:pt x="2372824" y="3810000"/>
                  <a:pt x="2260600" y="3810000"/>
                </a:cubicBezTo>
                <a:lnTo>
                  <a:pt x="203200" y="3810000"/>
                </a:lnTo>
                <a:cubicBezTo>
                  <a:pt x="90976" y="3810000"/>
                  <a:pt x="0" y="3719024"/>
                  <a:pt x="0" y="3606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Text Placeholder 15"/>
          <p:cNvSpPr>
            <a:spLocks noGrp="1"/>
          </p:cNvSpPr>
          <p:nvPr>
            <p:ph type="body" idx="16388" hasCustomPrompt="1"/>
            <p:custDataLst>
              <p:tags r:id="rId10"/>
            </p:custDataLst>
          </p:nvPr>
        </p:nvSpPr>
        <p:spPr>
          <a:xfrm>
            <a:off x="6350000" y="4724400"/>
            <a:ext cx="2463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7" name="Content Placeholder 16"/>
          <p:cNvSpPr>
            <a:spLocks noGrp="1"/>
          </p:cNvSpPr>
          <p:nvPr>
            <p:ph idx="16392" hasCustomPrompt="1"/>
            <p:custDataLst>
              <p:tags r:id="rId11"/>
            </p:custDataLst>
          </p:nvPr>
        </p:nvSpPr>
        <p:spPr>
          <a:xfrm>
            <a:off x="9118600" y="609600"/>
            <a:ext cx="2463800" cy="3810000"/>
          </a:xfrm>
          <a:custGeom>
            <a:avLst/>
            <a:gdLst>
              <a:gd name="connisteX0" fmla="*/ 0 w 2463800"/>
              <a:gd name="connsiteY0" fmla="*/ 203200 h 3810000"/>
              <a:gd name="connisteX1" fmla="*/ 203200 w 2463800"/>
              <a:gd name="connsiteY1" fmla="*/ 0 h 3810000"/>
              <a:gd name="connisteX2" fmla="*/ 2260600 w 2463800"/>
              <a:gd name="connsiteY2" fmla="*/ 0 h 3810000"/>
              <a:gd name="connisteX3" fmla="*/ 2463800 w 2463800"/>
              <a:gd name="connsiteY3" fmla="*/ 203200 h 3810000"/>
              <a:gd name="connisteX4" fmla="*/ 2463800 w 2463800"/>
              <a:gd name="connsiteY4" fmla="*/ 3606800 h 3810000"/>
              <a:gd name="connisteX5" fmla="*/ 2260600 w 2463800"/>
              <a:gd name="connsiteY5" fmla="*/ 3810000 h 3810000"/>
              <a:gd name="connisteX6" fmla="*/ 203200 w 2463800"/>
              <a:gd name="connsiteY6" fmla="*/ 3810000 h 3810000"/>
              <a:gd name="connisteX7" fmla="*/ 0 w 2463800"/>
              <a:gd name="connsiteY7" fmla="*/ 3606800 h 3810000"/>
              <a:gd name="connisteX8" fmla="*/ 0 w 2463800"/>
              <a:gd name="connsiteY8" fmla="*/ 203200 h 381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463800" h="3810000">
                <a:moveTo>
                  <a:pt x="0" y="203200"/>
                </a:moveTo>
                <a:cubicBezTo>
                  <a:pt x="0" y="90976"/>
                  <a:pt x="90976" y="0"/>
                  <a:pt x="203200" y="0"/>
                </a:cubicBezTo>
                <a:lnTo>
                  <a:pt x="2260600" y="0"/>
                </a:lnTo>
                <a:cubicBezTo>
                  <a:pt x="2372824" y="0"/>
                  <a:pt x="2463800" y="90976"/>
                  <a:pt x="2463800" y="203200"/>
                </a:cubicBezTo>
                <a:lnTo>
                  <a:pt x="2463800" y="3606800"/>
                </a:lnTo>
                <a:cubicBezTo>
                  <a:pt x="2463800" y="3719024"/>
                  <a:pt x="2372824" y="3810000"/>
                  <a:pt x="2260600" y="3810000"/>
                </a:cubicBezTo>
                <a:lnTo>
                  <a:pt x="203200" y="3810000"/>
                </a:lnTo>
                <a:cubicBezTo>
                  <a:pt x="90976" y="3810000"/>
                  <a:pt x="0" y="3719024"/>
                  <a:pt x="0" y="3606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16389" hasCustomPrompt="1"/>
            <p:custDataLst>
              <p:tags r:id="rId12"/>
            </p:custDataLst>
          </p:nvPr>
        </p:nvSpPr>
        <p:spPr>
          <a:xfrm>
            <a:off x="9118600" y="4724400"/>
            <a:ext cx="2463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_Slide-8_17">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1" hasCustomPrompt="1"/>
            <p:custDataLst>
              <p:tags r:id="rId6"/>
            </p:custDataLst>
          </p:nvPr>
        </p:nvSpPr>
        <p:spPr>
          <a:xfrm>
            <a:off x="3962400" y="1828800"/>
            <a:ext cx="4267200" cy="4267200"/>
          </a:xfrm>
          <a:custGeom>
            <a:avLst/>
            <a:gdLst>
              <a:gd name="connisteX0" fmla="*/ 3966413 w 4267200"/>
              <a:gd name="connsiteY0" fmla="*/ 1478445 h 4267200"/>
              <a:gd name="connisteX1" fmla="*/ 2788754 w 4267200"/>
              <a:gd name="connsiteY1" fmla="*/ 300786 h 4267200"/>
              <a:gd name="connisteX2" fmla="*/ 1478445 w 4267200"/>
              <a:gd name="connsiteY2" fmla="*/ 300786 h 4267200"/>
              <a:gd name="connisteX3" fmla="*/ 300786 w 4267200"/>
              <a:gd name="connsiteY3" fmla="*/ 1478445 h 4267200"/>
              <a:gd name="connisteX4" fmla="*/ 300786 w 4267200"/>
              <a:gd name="connsiteY4" fmla="*/ 2788754 h 4267200"/>
              <a:gd name="connisteX5" fmla="*/ 1478445 w 4267200"/>
              <a:gd name="connsiteY5" fmla="*/ 3966413 h 4267200"/>
              <a:gd name="connisteX6" fmla="*/ 2788754 w 4267200"/>
              <a:gd name="connsiteY6" fmla="*/ 3966413 h 4267200"/>
              <a:gd name="connisteX7" fmla="*/ 3966413 w 4267200"/>
              <a:gd name="connsiteY7" fmla="*/ 2788754 h 4267200"/>
              <a:gd name="connisteX8" fmla="*/ 3966413 w 4267200"/>
              <a:gd name="connsiteY8" fmla="*/ 1478445 h 4267200"/>
              <a:gd name="connisteX9" fmla="*/ 2809557 w 4267200"/>
              <a:gd name="connsiteY9" fmla="*/ 279988 h 4267200"/>
              <a:gd name="connisteX10" fmla="*/ 1457642 w 4267200"/>
              <a:gd name="connsiteY10" fmla="*/ 279988 h 4267200"/>
              <a:gd name="connisteX11" fmla="*/ 279988 w 4267200"/>
              <a:gd name="connsiteY11" fmla="*/ 1457642 h 4267200"/>
              <a:gd name="connisteX12" fmla="*/ 279988 w 4267200"/>
              <a:gd name="connsiteY12" fmla="*/ 2809557 h 4267200"/>
              <a:gd name="connisteX13" fmla="*/ 1457642 w 4267200"/>
              <a:gd name="connsiteY13" fmla="*/ 3987215 h 4267200"/>
              <a:gd name="connisteX14" fmla="*/ 2809557 w 4267200"/>
              <a:gd name="connsiteY14" fmla="*/ 3987215 h 4267200"/>
              <a:gd name="connisteX15" fmla="*/ 3987215 w 4267200"/>
              <a:gd name="connsiteY15" fmla="*/ 2809557 h 4267200"/>
              <a:gd name="connisteX16" fmla="*/ 3987215 w 4267200"/>
              <a:gd name="connsiteY16" fmla="*/ 1457642 h 4267200"/>
              <a:gd name="connisteX17" fmla="*/ 2809557 w 4267200"/>
              <a:gd name="connsiteY17" fmla="*/ 279988 h 426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pathLst>
              <a:path w="4267200" h="4267200">
                <a:moveTo>
                  <a:pt x="3966413" y="1478445"/>
                </a:moveTo>
                <a:lnTo>
                  <a:pt x="2788755" y="300787"/>
                </a:lnTo>
                <a:cubicBezTo>
                  <a:pt x="2426919" y="-61044"/>
                  <a:pt x="1840281" y="-61044"/>
                  <a:pt x="1478445" y="300787"/>
                </a:cubicBezTo>
                <a:lnTo>
                  <a:pt x="300787" y="1478445"/>
                </a:lnTo>
                <a:cubicBezTo>
                  <a:pt x="-61044" y="1840281"/>
                  <a:pt x="-61044" y="2426919"/>
                  <a:pt x="300787" y="2788755"/>
                </a:cubicBezTo>
                <a:lnTo>
                  <a:pt x="1478445" y="3966413"/>
                </a:lnTo>
                <a:cubicBezTo>
                  <a:pt x="1840281" y="4328249"/>
                  <a:pt x="2426919" y="4328249"/>
                  <a:pt x="2788755" y="3966413"/>
                </a:cubicBezTo>
                <a:lnTo>
                  <a:pt x="3966413" y="2788755"/>
                </a:lnTo>
                <a:cubicBezTo>
                  <a:pt x="4328249" y="2426919"/>
                  <a:pt x="4328249" y="1840281"/>
                  <a:pt x="3966413" y="1478445"/>
                </a:cubicBezTo>
                <a:moveTo>
                  <a:pt x="2809558" y="279988"/>
                </a:moveTo>
                <a:cubicBezTo>
                  <a:pt x="2436228" y="-93330"/>
                  <a:pt x="1830972" y="-93329"/>
                  <a:pt x="1457643" y="279988"/>
                </a:cubicBezTo>
                <a:lnTo>
                  <a:pt x="279988" y="1457643"/>
                </a:lnTo>
                <a:cubicBezTo>
                  <a:pt x="-93330" y="1830972"/>
                  <a:pt x="-93329" y="2436228"/>
                  <a:pt x="279988" y="2809558"/>
                </a:cubicBezTo>
                <a:lnTo>
                  <a:pt x="1457643" y="3987216"/>
                </a:lnTo>
                <a:cubicBezTo>
                  <a:pt x="1830972" y="4360532"/>
                  <a:pt x="2436228" y="4360532"/>
                  <a:pt x="2809558" y="3987216"/>
                </a:cubicBezTo>
                <a:lnTo>
                  <a:pt x="3987216" y="2809558"/>
                </a:lnTo>
                <a:cubicBezTo>
                  <a:pt x="4360532" y="2436228"/>
                  <a:pt x="4360532" y="1830972"/>
                  <a:pt x="3987216" y="1457643"/>
                </a:cubicBezTo>
                <a:lnTo>
                  <a:pt x="2809558" y="279988"/>
                </a:lnTo>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Text Placeholder 12"/>
          <p:cNvSpPr>
            <a:spLocks noGrp="1"/>
          </p:cNvSpPr>
          <p:nvPr>
            <p:ph type="body" idx="16386" hasCustomPrompt="1"/>
            <p:custDataLst>
              <p:tags r:id="rId7"/>
            </p:custDataLst>
          </p:nvPr>
        </p:nvSpPr>
        <p:spPr>
          <a:xfrm>
            <a:off x="5003271" y="3556000"/>
            <a:ext cx="2185458" cy="812800"/>
          </a:xfrm>
          <a:noFill/>
        </p:spPr>
        <p:txBody>
          <a:bodyPr lIns="0" tIns="0" rIns="0" bIns="0" anchor="ctr">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单击此处添加项标题内容</a:t>
            </a:r>
            <a:endParaRPr lang="zh-CN" altLang="en-US" smtClean="0"/>
          </a:p>
        </p:txBody>
      </p:sp>
      <p:sp>
        <p:nvSpPr>
          <p:cNvPr id="14" name="装饰  3"/>
          <p:cNvSpPr>
            <a:spLocks noGrp="1"/>
          </p:cNvSpPr>
          <p:nvPr>
            <p:ph type="body" idx="16393" hasCustomPrompt="1"/>
            <p:custDataLst>
              <p:tags r:id="rId8"/>
            </p:custDataLst>
          </p:nvPr>
        </p:nvSpPr>
        <p:spPr>
          <a:xfrm>
            <a:off x="38608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Picture Placeholder 14"/>
          <p:cNvSpPr>
            <a:spLocks noGrp="1"/>
          </p:cNvSpPr>
          <p:nvPr>
            <p:ph type="pic" idx="16392" hasCustomPrompt="1"/>
            <p:custDataLst>
              <p:tags r:id="rId9"/>
            </p:custDataLst>
          </p:nvPr>
        </p:nvSpPr>
        <p:spPr>
          <a:xfrm>
            <a:off x="41452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7" hasCustomPrompt="1"/>
            <p:custDataLst>
              <p:tags r:id="rId10"/>
            </p:custDataLst>
          </p:nvPr>
        </p:nvSpPr>
        <p:spPr>
          <a:xfrm>
            <a:off x="609600" y="4191000"/>
            <a:ext cx="2946400" cy="15240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7" name="装饰  6"/>
          <p:cNvSpPr>
            <a:spLocks noGrp="1"/>
          </p:cNvSpPr>
          <p:nvPr>
            <p:ph type="body" idx="16395" hasCustomPrompt="1"/>
            <p:custDataLst>
              <p:tags r:id="rId11"/>
            </p:custDataLst>
          </p:nvPr>
        </p:nvSpPr>
        <p:spPr>
          <a:xfrm>
            <a:off x="71120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Picture Placeholder 17"/>
          <p:cNvSpPr>
            <a:spLocks noGrp="1"/>
          </p:cNvSpPr>
          <p:nvPr>
            <p:ph type="pic" idx="16394" hasCustomPrompt="1"/>
            <p:custDataLst>
              <p:tags r:id="rId12"/>
            </p:custDataLst>
          </p:nvPr>
        </p:nvSpPr>
        <p:spPr>
          <a:xfrm>
            <a:off x="73964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Text Placeholder 18"/>
          <p:cNvSpPr>
            <a:spLocks noGrp="1"/>
          </p:cNvSpPr>
          <p:nvPr>
            <p:ph type="body" idx="16388" hasCustomPrompt="1"/>
            <p:custDataLst>
              <p:tags r:id="rId13"/>
            </p:custDataLst>
          </p:nvPr>
        </p:nvSpPr>
        <p:spPr>
          <a:xfrm>
            <a:off x="8636000" y="4191000"/>
            <a:ext cx="2946400" cy="15240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0" name="装饰  9"/>
          <p:cNvSpPr>
            <a:spLocks noGrp="1"/>
          </p:cNvSpPr>
          <p:nvPr>
            <p:ph type="body" idx="16397" hasCustomPrompt="1"/>
            <p:custDataLst>
              <p:tags r:id="rId14"/>
            </p:custDataLst>
          </p:nvPr>
        </p:nvSpPr>
        <p:spPr>
          <a:xfrm>
            <a:off x="71120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Picture Placeholder 20"/>
          <p:cNvSpPr>
            <a:spLocks noGrp="1"/>
          </p:cNvSpPr>
          <p:nvPr>
            <p:ph type="pic" idx="16396" hasCustomPrompt="1"/>
            <p:custDataLst>
              <p:tags r:id="rId15"/>
            </p:custDataLst>
          </p:nvPr>
        </p:nvSpPr>
        <p:spPr>
          <a:xfrm>
            <a:off x="73964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Text Placeholder 21"/>
          <p:cNvSpPr>
            <a:spLocks noGrp="1"/>
          </p:cNvSpPr>
          <p:nvPr>
            <p:ph type="body" idx="16389" hasCustomPrompt="1"/>
            <p:custDataLst>
              <p:tags r:id="rId16"/>
            </p:custDataLst>
          </p:nvPr>
        </p:nvSpPr>
        <p:spPr>
          <a:xfrm>
            <a:off x="8636000" y="2209800"/>
            <a:ext cx="2946400" cy="15240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3" name="装饰  2"/>
          <p:cNvSpPr>
            <a:spLocks noGrp="1"/>
          </p:cNvSpPr>
          <p:nvPr>
            <p:ph type="body" idx="16399" hasCustomPrompt="1"/>
            <p:custDataLst>
              <p:tags r:id="rId17"/>
            </p:custDataLst>
          </p:nvPr>
        </p:nvSpPr>
        <p:spPr>
          <a:xfrm>
            <a:off x="38608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Picture Placeholder 23"/>
          <p:cNvSpPr>
            <a:spLocks noGrp="1"/>
          </p:cNvSpPr>
          <p:nvPr>
            <p:ph type="pic" idx="16398" hasCustomPrompt="1"/>
            <p:custDataLst>
              <p:tags r:id="rId18"/>
            </p:custDataLst>
          </p:nvPr>
        </p:nvSpPr>
        <p:spPr>
          <a:xfrm>
            <a:off x="41452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Text Placeholder 24"/>
          <p:cNvSpPr>
            <a:spLocks noGrp="1"/>
          </p:cNvSpPr>
          <p:nvPr>
            <p:ph type="body" idx="16390" hasCustomPrompt="1"/>
            <p:custDataLst>
              <p:tags r:id="rId19"/>
            </p:custDataLst>
          </p:nvPr>
        </p:nvSpPr>
        <p:spPr>
          <a:xfrm>
            <a:off x="609600" y="2209800"/>
            <a:ext cx="2946400" cy="15240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_Slide-8_15">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1" hasCustomPrompt="1"/>
            <p:custDataLst>
              <p:tags r:id="rId6"/>
            </p:custDataLst>
          </p:nvPr>
        </p:nvSpPr>
        <p:spPr>
          <a:xfrm>
            <a:off x="3962400" y="1828800"/>
            <a:ext cx="4267200" cy="4267200"/>
          </a:xfrm>
          <a:custGeom>
            <a:avLst/>
            <a:gdLst>
              <a:gd name="connisteX0" fmla="*/ 3966413 w 4267200"/>
              <a:gd name="connsiteY0" fmla="*/ 1478445 h 4267200"/>
              <a:gd name="connisteX1" fmla="*/ 2788754 w 4267200"/>
              <a:gd name="connsiteY1" fmla="*/ 300786 h 4267200"/>
              <a:gd name="connisteX2" fmla="*/ 1478445 w 4267200"/>
              <a:gd name="connsiteY2" fmla="*/ 300786 h 4267200"/>
              <a:gd name="connisteX3" fmla="*/ 300786 w 4267200"/>
              <a:gd name="connsiteY3" fmla="*/ 1478445 h 4267200"/>
              <a:gd name="connisteX4" fmla="*/ 300786 w 4267200"/>
              <a:gd name="connsiteY4" fmla="*/ 2788754 h 4267200"/>
              <a:gd name="connisteX5" fmla="*/ 1478445 w 4267200"/>
              <a:gd name="connsiteY5" fmla="*/ 3966413 h 4267200"/>
              <a:gd name="connisteX6" fmla="*/ 2788754 w 4267200"/>
              <a:gd name="connsiteY6" fmla="*/ 3966413 h 4267200"/>
              <a:gd name="connisteX7" fmla="*/ 3966413 w 4267200"/>
              <a:gd name="connsiteY7" fmla="*/ 2788754 h 4267200"/>
              <a:gd name="connisteX8" fmla="*/ 3966413 w 4267200"/>
              <a:gd name="connsiteY8" fmla="*/ 1478445 h 4267200"/>
              <a:gd name="connisteX9" fmla="*/ 2809557 w 4267200"/>
              <a:gd name="connsiteY9" fmla="*/ 279988 h 4267200"/>
              <a:gd name="connisteX10" fmla="*/ 1457642 w 4267200"/>
              <a:gd name="connsiteY10" fmla="*/ 279988 h 4267200"/>
              <a:gd name="connisteX11" fmla="*/ 279988 w 4267200"/>
              <a:gd name="connsiteY11" fmla="*/ 1457642 h 4267200"/>
              <a:gd name="connisteX12" fmla="*/ 279988 w 4267200"/>
              <a:gd name="connsiteY12" fmla="*/ 2809557 h 4267200"/>
              <a:gd name="connisteX13" fmla="*/ 1457642 w 4267200"/>
              <a:gd name="connsiteY13" fmla="*/ 3987215 h 4267200"/>
              <a:gd name="connisteX14" fmla="*/ 2809557 w 4267200"/>
              <a:gd name="connsiteY14" fmla="*/ 3987215 h 4267200"/>
              <a:gd name="connisteX15" fmla="*/ 3987215 w 4267200"/>
              <a:gd name="connsiteY15" fmla="*/ 2809557 h 4267200"/>
              <a:gd name="connisteX16" fmla="*/ 3987215 w 4267200"/>
              <a:gd name="connsiteY16" fmla="*/ 1457642 h 4267200"/>
              <a:gd name="connisteX17" fmla="*/ 2809557 w 4267200"/>
              <a:gd name="connsiteY17" fmla="*/ 279988 h 426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pathLst>
              <a:path w="4267200" h="4267200">
                <a:moveTo>
                  <a:pt x="3966413" y="1478445"/>
                </a:moveTo>
                <a:lnTo>
                  <a:pt x="2788755" y="300787"/>
                </a:lnTo>
                <a:cubicBezTo>
                  <a:pt x="2426919" y="-61044"/>
                  <a:pt x="1840281" y="-61044"/>
                  <a:pt x="1478445" y="300787"/>
                </a:cubicBezTo>
                <a:lnTo>
                  <a:pt x="300787" y="1478445"/>
                </a:lnTo>
                <a:cubicBezTo>
                  <a:pt x="-61044" y="1840281"/>
                  <a:pt x="-61044" y="2426919"/>
                  <a:pt x="300787" y="2788755"/>
                </a:cubicBezTo>
                <a:lnTo>
                  <a:pt x="1478445" y="3966413"/>
                </a:lnTo>
                <a:cubicBezTo>
                  <a:pt x="1840281" y="4328249"/>
                  <a:pt x="2426919" y="4328249"/>
                  <a:pt x="2788755" y="3966413"/>
                </a:cubicBezTo>
                <a:lnTo>
                  <a:pt x="3966413" y="2788755"/>
                </a:lnTo>
                <a:cubicBezTo>
                  <a:pt x="4328249" y="2426919"/>
                  <a:pt x="4328249" y="1840281"/>
                  <a:pt x="3966413" y="1478445"/>
                </a:cubicBezTo>
                <a:moveTo>
                  <a:pt x="2809558" y="279988"/>
                </a:moveTo>
                <a:cubicBezTo>
                  <a:pt x="2436228" y="-93330"/>
                  <a:pt x="1830972" y="-93329"/>
                  <a:pt x="1457643" y="279988"/>
                </a:cubicBezTo>
                <a:lnTo>
                  <a:pt x="279988" y="1457643"/>
                </a:lnTo>
                <a:cubicBezTo>
                  <a:pt x="-93330" y="1830972"/>
                  <a:pt x="-93329" y="2436228"/>
                  <a:pt x="279988" y="2809558"/>
                </a:cubicBezTo>
                <a:lnTo>
                  <a:pt x="1457643" y="3987216"/>
                </a:lnTo>
                <a:cubicBezTo>
                  <a:pt x="1830972" y="4360532"/>
                  <a:pt x="2436228" y="4360532"/>
                  <a:pt x="2809558" y="3987216"/>
                </a:cubicBezTo>
                <a:lnTo>
                  <a:pt x="3987216" y="2809558"/>
                </a:lnTo>
                <a:cubicBezTo>
                  <a:pt x="4360532" y="2436228"/>
                  <a:pt x="4360532" y="1830972"/>
                  <a:pt x="3987216" y="1457643"/>
                </a:cubicBezTo>
                <a:lnTo>
                  <a:pt x="2809558" y="279988"/>
                </a:lnTo>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Text Placeholder 12"/>
          <p:cNvSpPr>
            <a:spLocks noGrp="1"/>
          </p:cNvSpPr>
          <p:nvPr>
            <p:ph type="body" idx="16386" hasCustomPrompt="1"/>
            <p:custDataLst>
              <p:tags r:id="rId7"/>
            </p:custDataLst>
          </p:nvPr>
        </p:nvSpPr>
        <p:spPr>
          <a:xfrm>
            <a:off x="5003271" y="3556000"/>
            <a:ext cx="2185458" cy="812800"/>
          </a:xfrm>
          <a:noFill/>
        </p:spPr>
        <p:txBody>
          <a:bodyPr lIns="0" tIns="0" rIns="0" bIns="0" anchor="ctr">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单击此处添加项标题内容</a:t>
            </a:r>
            <a:endParaRPr lang="zh-CN" altLang="en-US" smtClean="0"/>
          </a:p>
        </p:txBody>
      </p:sp>
      <p:sp>
        <p:nvSpPr>
          <p:cNvPr id="14" name="装饰  3"/>
          <p:cNvSpPr>
            <a:spLocks noGrp="1"/>
          </p:cNvSpPr>
          <p:nvPr>
            <p:ph type="body" idx="16393" hasCustomPrompt="1"/>
            <p:custDataLst>
              <p:tags r:id="rId8"/>
            </p:custDataLst>
          </p:nvPr>
        </p:nvSpPr>
        <p:spPr>
          <a:xfrm>
            <a:off x="38608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Picture Placeholder 14"/>
          <p:cNvSpPr>
            <a:spLocks noGrp="1"/>
          </p:cNvSpPr>
          <p:nvPr>
            <p:ph type="pic" idx="16392" hasCustomPrompt="1"/>
            <p:custDataLst>
              <p:tags r:id="rId9"/>
            </p:custDataLst>
          </p:nvPr>
        </p:nvSpPr>
        <p:spPr>
          <a:xfrm>
            <a:off x="41452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7" hasCustomPrompt="1"/>
            <p:custDataLst>
              <p:tags r:id="rId10"/>
            </p:custDataLst>
          </p:nvPr>
        </p:nvSpPr>
        <p:spPr>
          <a:xfrm>
            <a:off x="609600" y="4495800"/>
            <a:ext cx="2946400" cy="9144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7" name="装饰  6"/>
          <p:cNvSpPr>
            <a:spLocks noGrp="1"/>
          </p:cNvSpPr>
          <p:nvPr>
            <p:ph type="body" idx="16395" hasCustomPrompt="1"/>
            <p:custDataLst>
              <p:tags r:id="rId11"/>
            </p:custDataLst>
          </p:nvPr>
        </p:nvSpPr>
        <p:spPr>
          <a:xfrm>
            <a:off x="71120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Picture Placeholder 17"/>
          <p:cNvSpPr>
            <a:spLocks noGrp="1"/>
          </p:cNvSpPr>
          <p:nvPr>
            <p:ph type="pic" idx="16394" hasCustomPrompt="1"/>
            <p:custDataLst>
              <p:tags r:id="rId12"/>
            </p:custDataLst>
          </p:nvPr>
        </p:nvSpPr>
        <p:spPr>
          <a:xfrm>
            <a:off x="73964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Text Placeholder 18"/>
          <p:cNvSpPr>
            <a:spLocks noGrp="1"/>
          </p:cNvSpPr>
          <p:nvPr>
            <p:ph type="body" idx="16388" hasCustomPrompt="1"/>
            <p:custDataLst>
              <p:tags r:id="rId13"/>
            </p:custDataLst>
          </p:nvPr>
        </p:nvSpPr>
        <p:spPr>
          <a:xfrm>
            <a:off x="8636000" y="4495800"/>
            <a:ext cx="2946400" cy="9144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0" name="装饰  9"/>
          <p:cNvSpPr>
            <a:spLocks noGrp="1"/>
          </p:cNvSpPr>
          <p:nvPr>
            <p:ph type="body" idx="16397" hasCustomPrompt="1"/>
            <p:custDataLst>
              <p:tags r:id="rId14"/>
            </p:custDataLst>
          </p:nvPr>
        </p:nvSpPr>
        <p:spPr>
          <a:xfrm>
            <a:off x="71120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Picture Placeholder 20"/>
          <p:cNvSpPr>
            <a:spLocks noGrp="1"/>
          </p:cNvSpPr>
          <p:nvPr>
            <p:ph type="pic" idx="16396" hasCustomPrompt="1"/>
            <p:custDataLst>
              <p:tags r:id="rId15"/>
            </p:custDataLst>
          </p:nvPr>
        </p:nvSpPr>
        <p:spPr>
          <a:xfrm>
            <a:off x="73964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Text Placeholder 21"/>
          <p:cNvSpPr>
            <a:spLocks noGrp="1"/>
          </p:cNvSpPr>
          <p:nvPr>
            <p:ph type="body" idx="16389" hasCustomPrompt="1"/>
            <p:custDataLst>
              <p:tags r:id="rId16"/>
            </p:custDataLst>
          </p:nvPr>
        </p:nvSpPr>
        <p:spPr>
          <a:xfrm>
            <a:off x="8636000" y="2514600"/>
            <a:ext cx="2946400" cy="9144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3" name="装饰  2"/>
          <p:cNvSpPr>
            <a:spLocks noGrp="1"/>
          </p:cNvSpPr>
          <p:nvPr>
            <p:ph type="body" idx="16399" hasCustomPrompt="1"/>
            <p:custDataLst>
              <p:tags r:id="rId17"/>
            </p:custDataLst>
          </p:nvPr>
        </p:nvSpPr>
        <p:spPr>
          <a:xfrm>
            <a:off x="38608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Picture Placeholder 23"/>
          <p:cNvSpPr>
            <a:spLocks noGrp="1"/>
          </p:cNvSpPr>
          <p:nvPr>
            <p:ph type="pic" idx="16398" hasCustomPrompt="1"/>
            <p:custDataLst>
              <p:tags r:id="rId18"/>
            </p:custDataLst>
          </p:nvPr>
        </p:nvSpPr>
        <p:spPr>
          <a:xfrm>
            <a:off x="41452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Text Placeholder 24"/>
          <p:cNvSpPr>
            <a:spLocks noGrp="1"/>
          </p:cNvSpPr>
          <p:nvPr>
            <p:ph type="body" idx="16390" hasCustomPrompt="1"/>
            <p:custDataLst>
              <p:tags r:id="rId19"/>
            </p:custDataLst>
          </p:nvPr>
        </p:nvSpPr>
        <p:spPr>
          <a:xfrm>
            <a:off x="609600" y="2514600"/>
            <a:ext cx="2946400" cy="9144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_Slide-34_10">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Picture Placeholder 11"/>
          <p:cNvSpPr>
            <a:spLocks noGrp="1"/>
          </p:cNvSpPr>
          <p:nvPr>
            <p:ph type="pic" idx="16390" hasCustomPrompt="1"/>
            <p:custDataLst>
              <p:tags r:id="rId6"/>
            </p:custDataLst>
          </p:nvPr>
        </p:nvSpPr>
        <p:spPr>
          <a:xfrm>
            <a:off x="609600" y="19558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Text Placeholder 12"/>
          <p:cNvSpPr>
            <a:spLocks noGrp="1"/>
          </p:cNvSpPr>
          <p:nvPr>
            <p:ph type="body" idx="16386" hasCustomPrompt="1"/>
            <p:custDataLst>
              <p:tags r:id="rId7"/>
            </p:custDataLst>
          </p:nvPr>
        </p:nvSpPr>
        <p:spPr>
          <a:xfrm>
            <a:off x="2489200" y="1854200"/>
            <a:ext cx="9093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Your item title here</a:t>
            </a:r>
            <a:endParaRPr lang="zh-CN" altLang="en-US" smtClean="0"/>
          </a:p>
        </p:txBody>
      </p:sp>
      <p:sp>
        <p:nvSpPr>
          <p:cNvPr id="14" name="Text Placeholder 13"/>
          <p:cNvSpPr>
            <a:spLocks noGrp="1"/>
          </p:cNvSpPr>
          <p:nvPr>
            <p:ph type="body" idx="16387" hasCustomPrompt="1"/>
            <p:custDataLst>
              <p:tags r:id="rId8"/>
            </p:custDataLst>
          </p:nvPr>
        </p:nvSpPr>
        <p:spPr>
          <a:xfrm>
            <a:off x="2489200" y="2362200"/>
            <a:ext cx="90932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5" name="Picture Placeholder 14"/>
          <p:cNvSpPr>
            <a:spLocks noGrp="1"/>
          </p:cNvSpPr>
          <p:nvPr>
            <p:ph type="pic" idx="16391" hasCustomPrompt="1"/>
            <p:custDataLst>
              <p:tags r:id="rId9"/>
            </p:custDataLst>
          </p:nvPr>
        </p:nvSpPr>
        <p:spPr>
          <a:xfrm>
            <a:off x="609600" y="429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8" hasCustomPrompt="1"/>
            <p:custDataLst>
              <p:tags r:id="rId10"/>
            </p:custDataLst>
          </p:nvPr>
        </p:nvSpPr>
        <p:spPr>
          <a:xfrm>
            <a:off x="2489200" y="4191000"/>
            <a:ext cx="9093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Your item title here</a:t>
            </a:r>
            <a:endParaRPr lang="zh-CN" altLang="en-US" smtClean="0"/>
          </a:p>
        </p:txBody>
      </p:sp>
      <p:sp>
        <p:nvSpPr>
          <p:cNvPr id="17" name="Text Placeholder 16"/>
          <p:cNvSpPr>
            <a:spLocks noGrp="1"/>
          </p:cNvSpPr>
          <p:nvPr>
            <p:ph type="body" idx="16389" hasCustomPrompt="1"/>
            <p:custDataLst>
              <p:tags r:id="rId11"/>
            </p:custDataLst>
          </p:nvPr>
        </p:nvSpPr>
        <p:spPr>
          <a:xfrm>
            <a:off x="2489200" y="4699000"/>
            <a:ext cx="90932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_Slide-8_16">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1" hasCustomPrompt="1"/>
            <p:custDataLst>
              <p:tags r:id="rId6"/>
            </p:custDataLst>
          </p:nvPr>
        </p:nvSpPr>
        <p:spPr>
          <a:xfrm>
            <a:off x="3962400" y="1828800"/>
            <a:ext cx="4267200" cy="4267200"/>
          </a:xfrm>
          <a:custGeom>
            <a:avLst/>
            <a:gdLst>
              <a:gd name="connisteX0" fmla="*/ 3966413 w 4267200"/>
              <a:gd name="connsiteY0" fmla="*/ 1478445 h 4267200"/>
              <a:gd name="connisteX1" fmla="*/ 2788754 w 4267200"/>
              <a:gd name="connsiteY1" fmla="*/ 300786 h 4267200"/>
              <a:gd name="connisteX2" fmla="*/ 1478445 w 4267200"/>
              <a:gd name="connsiteY2" fmla="*/ 300786 h 4267200"/>
              <a:gd name="connisteX3" fmla="*/ 300786 w 4267200"/>
              <a:gd name="connsiteY3" fmla="*/ 1478445 h 4267200"/>
              <a:gd name="connisteX4" fmla="*/ 300786 w 4267200"/>
              <a:gd name="connsiteY4" fmla="*/ 2788754 h 4267200"/>
              <a:gd name="connisteX5" fmla="*/ 1478445 w 4267200"/>
              <a:gd name="connsiteY5" fmla="*/ 3966413 h 4267200"/>
              <a:gd name="connisteX6" fmla="*/ 2788754 w 4267200"/>
              <a:gd name="connsiteY6" fmla="*/ 3966413 h 4267200"/>
              <a:gd name="connisteX7" fmla="*/ 3966413 w 4267200"/>
              <a:gd name="connsiteY7" fmla="*/ 2788754 h 4267200"/>
              <a:gd name="connisteX8" fmla="*/ 3966413 w 4267200"/>
              <a:gd name="connsiteY8" fmla="*/ 1478445 h 4267200"/>
              <a:gd name="connisteX9" fmla="*/ 2809557 w 4267200"/>
              <a:gd name="connsiteY9" fmla="*/ 279988 h 4267200"/>
              <a:gd name="connisteX10" fmla="*/ 1457642 w 4267200"/>
              <a:gd name="connsiteY10" fmla="*/ 279988 h 4267200"/>
              <a:gd name="connisteX11" fmla="*/ 279988 w 4267200"/>
              <a:gd name="connsiteY11" fmla="*/ 1457642 h 4267200"/>
              <a:gd name="connisteX12" fmla="*/ 279988 w 4267200"/>
              <a:gd name="connsiteY12" fmla="*/ 2809557 h 4267200"/>
              <a:gd name="connisteX13" fmla="*/ 1457642 w 4267200"/>
              <a:gd name="connsiteY13" fmla="*/ 3987215 h 4267200"/>
              <a:gd name="connisteX14" fmla="*/ 2809557 w 4267200"/>
              <a:gd name="connsiteY14" fmla="*/ 3987215 h 4267200"/>
              <a:gd name="connisteX15" fmla="*/ 3987215 w 4267200"/>
              <a:gd name="connsiteY15" fmla="*/ 2809557 h 4267200"/>
              <a:gd name="connisteX16" fmla="*/ 3987215 w 4267200"/>
              <a:gd name="connsiteY16" fmla="*/ 1457642 h 4267200"/>
              <a:gd name="connisteX17" fmla="*/ 2809557 w 4267200"/>
              <a:gd name="connsiteY17" fmla="*/ 279988 h 426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pathLst>
              <a:path w="4267200" h="4267200">
                <a:moveTo>
                  <a:pt x="3966413" y="1478445"/>
                </a:moveTo>
                <a:lnTo>
                  <a:pt x="2788755" y="300787"/>
                </a:lnTo>
                <a:cubicBezTo>
                  <a:pt x="2426919" y="-61044"/>
                  <a:pt x="1840281" y="-61044"/>
                  <a:pt x="1478445" y="300787"/>
                </a:cubicBezTo>
                <a:lnTo>
                  <a:pt x="300787" y="1478445"/>
                </a:lnTo>
                <a:cubicBezTo>
                  <a:pt x="-61044" y="1840281"/>
                  <a:pt x="-61044" y="2426919"/>
                  <a:pt x="300787" y="2788755"/>
                </a:cubicBezTo>
                <a:lnTo>
                  <a:pt x="1478445" y="3966413"/>
                </a:lnTo>
                <a:cubicBezTo>
                  <a:pt x="1840281" y="4328249"/>
                  <a:pt x="2426919" y="4328249"/>
                  <a:pt x="2788755" y="3966413"/>
                </a:cubicBezTo>
                <a:lnTo>
                  <a:pt x="3966413" y="2788755"/>
                </a:lnTo>
                <a:cubicBezTo>
                  <a:pt x="4328249" y="2426919"/>
                  <a:pt x="4328249" y="1840281"/>
                  <a:pt x="3966413" y="1478445"/>
                </a:cubicBezTo>
                <a:moveTo>
                  <a:pt x="2809558" y="279988"/>
                </a:moveTo>
                <a:cubicBezTo>
                  <a:pt x="2436228" y="-93330"/>
                  <a:pt x="1830972" y="-93329"/>
                  <a:pt x="1457643" y="279988"/>
                </a:cubicBezTo>
                <a:lnTo>
                  <a:pt x="279988" y="1457643"/>
                </a:lnTo>
                <a:cubicBezTo>
                  <a:pt x="-93330" y="1830972"/>
                  <a:pt x="-93329" y="2436228"/>
                  <a:pt x="279988" y="2809558"/>
                </a:cubicBezTo>
                <a:lnTo>
                  <a:pt x="1457643" y="3987216"/>
                </a:lnTo>
                <a:cubicBezTo>
                  <a:pt x="1830972" y="4360532"/>
                  <a:pt x="2436228" y="4360532"/>
                  <a:pt x="2809558" y="3987216"/>
                </a:cubicBezTo>
                <a:lnTo>
                  <a:pt x="3987216" y="2809558"/>
                </a:lnTo>
                <a:cubicBezTo>
                  <a:pt x="4360532" y="2436228"/>
                  <a:pt x="4360532" y="1830972"/>
                  <a:pt x="3987216" y="1457643"/>
                </a:cubicBezTo>
                <a:lnTo>
                  <a:pt x="2809558" y="279988"/>
                </a:lnTo>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3" name="Text Placeholder 12"/>
          <p:cNvSpPr>
            <a:spLocks noGrp="1"/>
          </p:cNvSpPr>
          <p:nvPr>
            <p:ph type="body" idx="16386" hasCustomPrompt="1"/>
            <p:custDataLst>
              <p:tags r:id="rId7"/>
            </p:custDataLst>
          </p:nvPr>
        </p:nvSpPr>
        <p:spPr>
          <a:xfrm>
            <a:off x="5003271" y="3556000"/>
            <a:ext cx="2185458" cy="812800"/>
          </a:xfrm>
          <a:noFill/>
        </p:spPr>
        <p:txBody>
          <a:bodyPr lIns="0" tIns="0" rIns="0" bIns="0" anchor="ctr">
            <a:normAutofit/>
          </a:bodyPr>
          <a:lstStyle>
            <a:lvl1pPr marL="0" indent="0" algn="ctr">
              <a:lnSpc>
                <a:spcPct val="111000"/>
              </a:lnSpc>
              <a:buNone/>
              <a:defRPr sz="2400" b="0" spc="0">
                <a:solidFill>
                  <a:schemeClr val="tx1"/>
                </a:solidFill>
              </a:defRPr>
            </a:lvl1pPr>
            <a:lvl5pPr marL="0" indent="0" algn="ctr">
              <a:lnSpc>
                <a:spcPct val="111000"/>
              </a:lnSpc>
              <a:spcBef>
                <a:spcPct val="0"/>
              </a:spcBef>
              <a:spcAft>
                <a:spcPct val="0"/>
              </a:spcAft>
              <a:buNone/>
              <a:defRPr/>
            </a:lvl5pPr>
          </a:lstStyle>
          <a:p>
            <a:pPr lvl="0"/>
            <a:r>
              <a:rPr lang="zh-CN" altLang="en-US" smtClean="0"/>
              <a:t>单击此处添加项标题内容</a:t>
            </a:r>
            <a:endParaRPr lang="zh-CN" altLang="en-US" smtClean="0"/>
          </a:p>
        </p:txBody>
      </p:sp>
      <p:sp>
        <p:nvSpPr>
          <p:cNvPr id="14" name="装饰  3"/>
          <p:cNvSpPr>
            <a:spLocks noGrp="1"/>
          </p:cNvSpPr>
          <p:nvPr>
            <p:ph type="body" idx="16393" hasCustomPrompt="1"/>
            <p:custDataLst>
              <p:tags r:id="rId8"/>
            </p:custDataLst>
          </p:nvPr>
        </p:nvSpPr>
        <p:spPr>
          <a:xfrm>
            <a:off x="38608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5" name="Picture Placeholder 14"/>
          <p:cNvSpPr>
            <a:spLocks noGrp="1"/>
          </p:cNvSpPr>
          <p:nvPr>
            <p:ph type="pic" idx="16392" hasCustomPrompt="1"/>
            <p:custDataLst>
              <p:tags r:id="rId9"/>
            </p:custDataLst>
          </p:nvPr>
        </p:nvSpPr>
        <p:spPr>
          <a:xfrm>
            <a:off x="41452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7" hasCustomPrompt="1"/>
            <p:custDataLst>
              <p:tags r:id="rId10"/>
            </p:custDataLst>
          </p:nvPr>
        </p:nvSpPr>
        <p:spPr>
          <a:xfrm>
            <a:off x="609600" y="4343400"/>
            <a:ext cx="2946400" cy="1219200"/>
          </a:xfrm>
          <a:noFill/>
        </p:spPr>
        <p:txBody>
          <a:bodyPr lIns="0" tIns="0" rIns="0" bIns="0" anchor="ctr">
            <a:normAutofit/>
          </a:bodyPr>
          <a:lstStyle>
            <a:lvl1pPr marL="0" indent="0" algn="r">
              <a:lnSpc>
                <a:spcPct val="125000"/>
              </a:lnSpc>
              <a:buNone/>
              <a:defRPr sz="1600" b="0" spc="0">
                <a:solidFill>
                  <a:schemeClr val="tx1"/>
                </a:solidFill>
              </a:defRPr>
            </a:lvl1pPr>
            <a:lvl5pPr marL="0" indent="0" algn="r">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7" name="装饰  6"/>
          <p:cNvSpPr>
            <a:spLocks noGrp="1"/>
          </p:cNvSpPr>
          <p:nvPr>
            <p:ph type="body" idx="16395" hasCustomPrompt="1"/>
            <p:custDataLst>
              <p:tags r:id="rId11"/>
            </p:custDataLst>
          </p:nvPr>
        </p:nvSpPr>
        <p:spPr>
          <a:xfrm>
            <a:off x="71120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8" name="Picture Placeholder 17"/>
          <p:cNvSpPr>
            <a:spLocks noGrp="1"/>
          </p:cNvSpPr>
          <p:nvPr>
            <p:ph type="pic" idx="16394" hasCustomPrompt="1"/>
            <p:custDataLst>
              <p:tags r:id="rId12"/>
            </p:custDataLst>
          </p:nvPr>
        </p:nvSpPr>
        <p:spPr>
          <a:xfrm>
            <a:off x="73964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Text Placeholder 18"/>
          <p:cNvSpPr>
            <a:spLocks noGrp="1"/>
          </p:cNvSpPr>
          <p:nvPr>
            <p:ph type="body" idx="16388" hasCustomPrompt="1"/>
            <p:custDataLst>
              <p:tags r:id="rId13"/>
            </p:custDataLst>
          </p:nvPr>
        </p:nvSpPr>
        <p:spPr>
          <a:xfrm>
            <a:off x="8636000" y="4343400"/>
            <a:ext cx="2946400" cy="1219200"/>
          </a:xfrm>
          <a:noFill/>
        </p:spPr>
        <p:txBody>
          <a:bodyPr lIns="0" tIns="0" rIns="0" bIns="0" anchor="ctr">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20" name="装饰  9"/>
          <p:cNvSpPr>
            <a:spLocks noGrp="1"/>
          </p:cNvSpPr>
          <p:nvPr>
            <p:ph type="body" idx="16397" hasCustomPrompt="1"/>
            <p:custDataLst>
              <p:tags r:id="rId14"/>
            </p:custDataLst>
          </p:nvPr>
        </p:nvSpPr>
        <p:spPr>
          <a:xfrm>
            <a:off x="71120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1" name="Picture Placeholder 20"/>
          <p:cNvSpPr>
            <a:spLocks noGrp="1"/>
          </p:cNvSpPr>
          <p:nvPr>
            <p:ph type="pic" idx="16396" hasCustomPrompt="1"/>
            <p:custDataLst>
              <p:tags r:id="rId15"/>
            </p:custDataLst>
          </p:nvPr>
        </p:nvSpPr>
        <p:spPr>
          <a:xfrm>
            <a:off x="73964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Text Placeholder 21"/>
          <p:cNvSpPr>
            <a:spLocks noGrp="1"/>
          </p:cNvSpPr>
          <p:nvPr>
            <p:ph type="body" idx="16389" hasCustomPrompt="1"/>
            <p:custDataLst>
              <p:tags r:id="rId16"/>
            </p:custDataLst>
          </p:nvPr>
        </p:nvSpPr>
        <p:spPr>
          <a:xfrm>
            <a:off x="8636000" y="2362200"/>
            <a:ext cx="2946400" cy="1219200"/>
          </a:xfrm>
          <a:noFill/>
        </p:spPr>
        <p:txBody>
          <a:bodyPr lIns="0" tIns="0" rIns="0" bIns="0" anchor="ctr">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23" name="装饰  2"/>
          <p:cNvSpPr>
            <a:spLocks noGrp="1"/>
          </p:cNvSpPr>
          <p:nvPr>
            <p:ph type="body" idx="16399" hasCustomPrompt="1"/>
            <p:custDataLst>
              <p:tags r:id="rId17"/>
            </p:custDataLst>
          </p:nvPr>
        </p:nvSpPr>
        <p:spPr>
          <a:xfrm>
            <a:off x="38608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4" name="Picture Placeholder 23"/>
          <p:cNvSpPr>
            <a:spLocks noGrp="1"/>
          </p:cNvSpPr>
          <p:nvPr>
            <p:ph type="pic" idx="16398" hasCustomPrompt="1"/>
            <p:custDataLst>
              <p:tags r:id="rId18"/>
            </p:custDataLst>
          </p:nvPr>
        </p:nvSpPr>
        <p:spPr>
          <a:xfrm>
            <a:off x="41452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Text Placeholder 24"/>
          <p:cNvSpPr>
            <a:spLocks noGrp="1"/>
          </p:cNvSpPr>
          <p:nvPr>
            <p:ph type="body" idx="16390" hasCustomPrompt="1"/>
            <p:custDataLst>
              <p:tags r:id="rId19"/>
            </p:custDataLst>
          </p:nvPr>
        </p:nvSpPr>
        <p:spPr>
          <a:xfrm>
            <a:off x="609600" y="2362200"/>
            <a:ext cx="2946400" cy="1219200"/>
          </a:xfrm>
          <a:noFill/>
        </p:spPr>
        <p:txBody>
          <a:bodyPr lIns="0" tIns="0" rIns="0" bIns="0" anchor="ctr">
            <a:normAutofit/>
          </a:bodyPr>
          <a:lstStyle>
            <a:lvl1pPr marL="0" indent="0" algn="r">
              <a:lnSpc>
                <a:spcPct val="125000"/>
              </a:lnSpc>
              <a:buNone/>
              <a:defRPr sz="1600" b="0" spc="0">
                <a:solidFill>
                  <a:schemeClr val="tx1"/>
                </a:solidFill>
              </a:defRPr>
            </a:lvl1pPr>
            <a:lvl5pPr marL="0" indent="0" algn="r">
              <a:lnSpc>
                <a:spcPct val="125000"/>
              </a:lnSpc>
              <a:spcBef>
                <a:spcPct val="0"/>
              </a:spcBef>
              <a:spcAft>
                <a:spcPct val="0"/>
              </a:spcAft>
              <a:buNone/>
              <a:defRPr/>
            </a:lvl5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Slide-8_14">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1" hasCustomPrompt="1"/>
            <p:custDataLst>
              <p:tags r:id="rId6"/>
            </p:custDataLst>
          </p:nvPr>
        </p:nvSpPr>
        <p:spPr>
          <a:xfrm>
            <a:off x="3962400" y="1828800"/>
            <a:ext cx="4267200" cy="4267200"/>
          </a:xfrm>
          <a:custGeom>
            <a:avLst/>
            <a:gdLst>
              <a:gd name="connisteX0" fmla="*/ 3966413 w 4267200"/>
              <a:gd name="connsiteY0" fmla="*/ 1478445 h 4267200"/>
              <a:gd name="connisteX1" fmla="*/ 2788754 w 4267200"/>
              <a:gd name="connsiteY1" fmla="*/ 300786 h 4267200"/>
              <a:gd name="connisteX2" fmla="*/ 1478445 w 4267200"/>
              <a:gd name="connsiteY2" fmla="*/ 300786 h 4267200"/>
              <a:gd name="connisteX3" fmla="*/ 300786 w 4267200"/>
              <a:gd name="connsiteY3" fmla="*/ 1478445 h 4267200"/>
              <a:gd name="connisteX4" fmla="*/ 300786 w 4267200"/>
              <a:gd name="connsiteY4" fmla="*/ 2788754 h 4267200"/>
              <a:gd name="connisteX5" fmla="*/ 1478445 w 4267200"/>
              <a:gd name="connsiteY5" fmla="*/ 3966413 h 4267200"/>
              <a:gd name="connisteX6" fmla="*/ 2788754 w 4267200"/>
              <a:gd name="connsiteY6" fmla="*/ 3966413 h 4267200"/>
              <a:gd name="connisteX7" fmla="*/ 3966413 w 4267200"/>
              <a:gd name="connsiteY7" fmla="*/ 2788754 h 4267200"/>
              <a:gd name="connisteX8" fmla="*/ 3966413 w 4267200"/>
              <a:gd name="connsiteY8" fmla="*/ 1478445 h 4267200"/>
              <a:gd name="connisteX9" fmla="*/ 2809557 w 4267200"/>
              <a:gd name="connsiteY9" fmla="*/ 279988 h 4267200"/>
              <a:gd name="connisteX10" fmla="*/ 1457642 w 4267200"/>
              <a:gd name="connsiteY10" fmla="*/ 279988 h 4267200"/>
              <a:gd name="connisteX11" fmla="*/ 279988 w 4267200"/>
              <a:gd name="connsiteY11" fmla="*/ 1457642 h 4267200"/>
              <a:gd name="connisteX12" fmla="*/ 279988 w 4267200"/>
              <a:gd name="connsiteY12" fmla="*/ 2809557 h 4267200"/>
              <a:gd name="connisteX13" fmla="*/ 1457642 w 4267200"/>
              <a:gd name="connsiteY13" fmla="*/ 3987215 h 4267200"/>
              <a:gd name="connisteX14" fmla="*/ 2809557 w 4267200"/>
              <a:gd name="connsiteY14" fmla="*/ 3987215 h 4267200"/>
              <a:gd name="connisteX15" fmla="*/ 3987215 w 4267200"/>
              <a:gd name="connsiteY15" fmla="*/ 2809557 h 4267200"/>
              <a:gd name="connisteX16" fmla="*/ 3987215 w 4267200"/>
              <a:gd name="connsiteY16" fmla="*/ 1457642 h 4267200"/>
              <a:gd name="connisteX17" fmla="*/ 2809557 w 4267200"/>
              <a:gd name="connsiteY17" fmla="*/ 279988 h 426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pathLst>
              <a:path w="4267200" h="4267200">
                <a:moveTo>
                  <a:pt x="3966413" y="1478445"/>
                </a:moveTo>
                <a:lnTo>
                  <a:pt x="2788755" y="300787"/>
                </a:lnTo>
                <a:cubicBezTo>
                  <a:pt x="2426919" y="-61044"/>
                  <a:pt x="1840281" y="-61044"/>
                  <a:pt x="1478445" y="300787"/>
                </a:cubicBezTo>
                <a:lnTo>
                  <a:pt x="300787" y="1478445"/>
                </a:lnTo>
                <a:cubicBezTo>
                  <a:pt x="-61044" y="1840281"/>
                  <a:pt x="-61044" y="2426919"/>
                  <a:pt x="300787" y="2788755"/>
                </a:cubicBezTo>
                <a:lnTo>
                  <a:pt x="1478445" y="3966413"/>
                </a:lnTo>
                <a:cubicBezTo>
                  <a:pt x="1840281" y="4328249"/>
                  <a:pt x="2426919" y="4328249"/>
                  <a:pt x="2788755" y="3966413"/>
                </a:cubicBezTo>
                <a:lnTo>
                  <a:pt x="3966413" y="2788755"/>
                </a:lnTo>
                <a:cubicBezTo>
                  <a:pt x="4328249" y="2426919"/>
                  <a:pt x="4328249" y="1840281"/>
                  <a:pt x="3966413" y="1478445"/>
                </a:cubicBezTo>
                <a:moveTo>
                  <a:pt x="2809558" y="279988"/>
                </a:moveTo>
                <a:cubicBezTo>
                  <a:pt x="2436228" y="-93330"/>
                  <a:pt x="1830972" y="-93329"/>
                  <a:pt x="1457643" y="279988"/>
                </a:cubicBezTo>
                <a:lnTo>
                  <a:pt x="279988" y="1457643"/>
                </a:lnTo>
                <a:cubicBezTo>
                  <a:pt x="-93330" y="1830972"/>
                  <a:pt x="-93329" y="2436228"/>
                  <a:pt x="279988" y="2809558"/>
                </a:cubicBezTo>
                <a:lnTo>
                  <a:pt x="1457643" y="3987216"/>
                </a:lnTo>
                <a:cubicBezTo>
                  <a:pt x="1830972" y="4360532"/>
                  <a:pt x="2436228" y="4360532"/>
                  <a:pt x="2809558" y="3987216"/>
                </a:cubicBezTo>
                <a:lnTo>
                  <a:pt x="3987216" y="2809558"/>
                </a:lnTo>
                <a:cubicBezTo>
                  <a:pt x="4360532" y="2436228"/>
                  <a:pt x="4360532" y="1830972"/>
                  <a:pt x="3987216" y="1457643"/>
                </a:cubicBezTo>
                <a:lnTo>
                  <a:pt x="2809558" y="279988"/>
                </a:lnTo>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Text Placeholder 12"/>
          <p:cNvSpPr>
            <a:spLocks noGrp="1"/>
          </p:cNvSpPr>
          <p:nvPr>
            <p:ph type="body" idx="16386" hasCustomPrompt="1"/>
            <p:custDataLst>
              <p:tags r:id="rId7"/>
            </p:custDataLst>
          </p:nvPr>
        </p:nvSpPr>
        <p:spPr>
          <a:xfrm>
            <a:off x="5003271" y="3556000"/>
            <a:ext cx="2185458" cy="812800"/>
          </a:xfrm>
          <a:noFill/>
        </p:spPr>
        <p:txBody>
          <a:bodyPr lIns="0" tIns="0" rIns="0" bIns="0" anchor="ctr">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单击此处添加项标题内容</a:t>
            </a:r>
            <a:endParaRPr lang="zh-CN" altLang="en-US" smtClean="0"/>
          </a:p>
        </p:txBody>
      </p:sp>
      <p:sp>
        <p:nvSpPr>
          <p:cNvPr id="14" name="装饰  3"/>
          <p:cNvSpPr>
            <a:spLocks noGrp="1"/>
          </p:cNvSpPr>
          <p:nvPr>
            <p:ph type="body" idx="16393" hasCustomPrompt="1"/>
            <p:custDataLst>
              <p:tags r:id="rId8"/>
            </p:custDataLst>
          </p:nvPr>
        </p:nvSpPr>
        <p:spPr>
          <a:xfrm>
            <a:off x="38608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Picture Placeholder 14"/>
          <p:cNvSpPr>
            <a:spLocks noGrp="1"/>
          </p:cNvSpPr>
          <p:nvPr>
            <p:ph type="pic" idx="16392" hasCustomPrompt="1"/>
            <p:custDataLst>
              <p:tags r:id="rId9"/>
            </p:custDataLst>
          </p:nvPr>
        </p:nvSpPr>
        <p:spPr>
          <a:xfrm>
            <a:off x="41452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7" hasCustomPrompt="1"/>
            <p:custDataLst>
              <p:tags r:id="rId10"/>
            </p:custDataLst>
          </p:nvPr>
        </p:nvSpPr>
        <p:spPr>
          <a:xfrm>
            <a:off x="609600" y="4648200"/>
            <a:ext cx="2946400" cy="6096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7" name="装饰  6"/>
          <p:cNvSpPr>
            <a:spLocks noGrp="1"/>
          </p:cNvSpPr>
          <p:nvPr>
            <p:ph type="body" idx="16395" hasCustomPrompt="1"/>
            <p:custDataLst>
              <p:tags r:id="rId11"/>
            </p:custDataLst>
          </p:nvPr>
        </p:nvSpPr>
        <p:spPr>
          <a:xfrm>
            <a:off x="71120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Picture Placeholder 17"/>
          <p:cNvSpPr>
            <a:spLocks noGrp="1"/>
          </p:cNvSpPr>
          <p:nvPr>
            <p:ph type="pic" idx="16394" hasCustomPrompt="1"/>
            <p:custDataLst>
              <p:tags r:id="rId12"/>
            </p:custDataLst>
          </p:nvPr>
        </p:nvSpPr>
        <p:spPr>
          <a:xfrm>
            <a:off x="73964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Text Placeholder 18"/>
          <p:cNvSpPr>
            <a:spLocks noGrp="1"/>
          </p:cNvSpPr>
          <p:nvPr>
            <p:ph type="body" idx="16388" hasCustomPrompt="1"/>
            <p:custDataLst>
              <p:tags r:id="rId13"/>
            </p:custDataLst>
          </p:nvPr>
        </p:nvSpPr>
        <p:spPr>
          <a:xfrm>
            <a:off x="8636000" y="4648200"/>
            <a:ext cx="2946400" cy="6096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0" name="装饰  9"/>
          <p:cNvSpPr>
            <a:spLocks noGrp="1"/>
          </p:cNvSpPr>
          <p:nvPr>
            <p:ph type="body" idx="16397" hasCustomPrompt="1"/>
            <p:custDataLst>
              <p:tags r:id="rId14"/>
            </p:custDataLst>
          </p:nvPr>
        </p:nvSpPr>
        <p:spPr>
          <a:xfrm>
            <a:off x="71120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Picture Placeholder 20"/>
          <p:cNvSpPr>
            <a:spLocks noGrp="1"/>
          </p:cNvSpPr>
          <p:nvPr>
            <p:ph type="pic" idx="16396" hasCustomPrompt="1"/>
            <p:custDataLst>
              <p:tags r:id="rId15"/>
            </p:custDataLst>
          </p:nvPr>
        </p:nvSpPr>
        <p:spPr>
          <a:xfrm>
            <a:off x="73964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Text Placeholder 21"/>
          <p:cNvSpPr>
            <a:spLocks noGrp="1"/>
          </p:cNvSpPr>
          <p:nvPr>
            <p:ph type="body" idx="16389" hasCustomPrompt="1"/>
            <p:custDataLst>
              <p:tags r:id="rId16"/>
            </p:custDataLst>
          </p:nvPr>
        </p:nvSpPr>
        <p:spPr>
          <a:xfrm>
            <a:off x="8636000" y="2667000"/>
            <a:ext cx="2946400" cy="6096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3" name="装饰  2"/>
          <p:cNvSpPr>
            <a:spLocks noGrp="1"/>
          </p:cNvSpPr>
          <p:nvPr>
            <p:ph type="body" idx="16399" hasCustomPrompt="1"/>
            <p:custDataLst>
              <p:tags r:id="rId17"/>
            </p:custDataLst>
          </p:nvPr>
        </p:nvSpPr>
        <p:spPr>
          <a:xfrm>
            <a:off x="38608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Picture Placeholder 23"/>
          <p:cNvSpPr>
            <a:spLocks noGrp="1"/>
          </p:cNvSpPr>
          <p:nvPr>
            <p:ph type="pic" idx="16398" hasCustomPrompt="1"/>
            <p:custDataLst>
              <p:tags r:id="rId18"/>
            </p:custDataLst>
          </p:nvPr>
        </p:nvSpPr>
        <p:spPr>
          <a:xfrm>
            <a:off x="41452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Text Placeholder 24"/>
          <p:cNvSpPr>
            <a:spLocks noGrp="1"/>
          </p:cNvSpPr>
          <p:nvPr>
            <p:ph type="body" idx="16390" hasCustomPrompt="1"/>
            <p:custDataLst>
              <p:tags r:id="rId19"/>
            </p:custDataLst>
          </p:nvPr>
        </p:nvSpPr>
        <p:spPr>
          <a:xfrm>
            <a:off x="609600" y="2667000"/>
            <a:ext cx="2946400" cy="6096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Slide-10007_11">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9"/>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文本占位符 11"/>
          <p:cNvSpPr>
            <a:spLocks noGrp="1"/>
          </p:cNvSpPr>
          <p:nvPr>
            <p:ph type="body" idx="16386" hasCustomPrompt="1"/>
            <p:custDataLst>
              <p:tags r:id="rId6"/>
            </p:custDataLst>
          </p:nvPr>
        </p:nvSpPr>
        <p:spPr>
          <a:xfrm>
            <a:off x="609600" y="2082800"/>
            <a:ext cx="51816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 here</a:t>
            </a:r>
            <a:endParaRPr lang="zh-CN" altLang="en-US" smtClean="0"/>
          </a:p>
        </p:txBody>
      </p:sp>
      <p:sp>
        <p:nvSpPr>
          <p:cNvPr id="13" name="文本占位符 12"/>
          <p:cNvSpPr>
            <a:spLocks noGrp="1"/>
          </p:cNvSpPr>
          <p:nvPr>
            <p:ph type="body" idx="16387" hasCustomPrompt="1"/>
            <p:custDataLst>
              <p:tags r:id="rId7"/>
            </p:custDataLst>
          </p:nvPr>
        </p:nvSpPr>
        <p:spPr>
          <a:xfrm>
            <a:off x="609600" y="2641600"/>
            <a:ext cx="5181600" cy="30480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4" name="文本占位符 13"/>
          <p:cNvSpPr>
            <a:spLocks noGrp="1"/>
          </p:cNvSpPr>
          <p:nvPr>
            <p:ph type="body" idx="16388" hasCustomPrompt="1"/>
            <p:custDataLst>
              <p:tags r:id="rId8"/>
            </p:custDataLst>
          </p:nvPr>
        </p:nvSpPr>
        <p:spPr>
          <a:xfrm>
            <a:off x="6400800" y="2082800"/>
            <a:ext cx="51816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 here</a:t>
            </a:r>
            <a:endParaRPr lang="zh-CN" altLang="en-US" smtClean="0"/>
          </a:p>
        </p:txBody>
      </p:sp>
      <p:sp>
        <p:nvSpPr>
          <p:cNvPr id="15" name="文本占位符 14"/>
          <p:cNvSpPr>
            <a:spLocks noGrp="1"/>
          </p:cNvSpPr>
          <p:nvPr>
            <p:ph type="body" idx="16389" hasCustomPrompt="1"/>
            <p:custDataLst>
              <p:tags r:id="rId9"/>
            </p:custDataLst>
          </p:nvPr>
        </p:nvSpPr>
        <p:spPr>
          <a:xfrm>
            <a:off x="6400800" y="2641600"/>
            <a:ext cx="5181600" cy="30480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_Slide-8_16">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1" hasCustomPrompt="1"/>
            <p:custDataLst>
              <p:tags r:id="rId6"/>
            </p:custDataLst>
          </p:nvPr>
        </p:nvSpPr>
        <p:spPr>
          <a:xfrm>
            <a:off x="3962400" y="1828800"/>
            <a:ext cx="4267200" cy="4267200"/>
          </a:xfrm>
          <a:custGeom>
            <a:avLst/>
            <a:gdLst>
              <a:gd name="connisteX0" fmla="*/ 3966413 w 4267200"/>
              <a:gd name="connsiteY0" fmla="*/ 1478445 h 4267200"/>
              <a:gd name="connisteX1" fmla="*/ 2788754 w 4267200"/>
              <a:gd name="connsiteY1" fmla="*/ 300786 h 4267200"/>
              <a:gd name="connisteX2" fmla="*/ 1478445 w 4267200"/>
              <a:gd name="connsiteY2" fmla="*/ 300786 h 4267200"/>
              <a:gd name="connisteX3" fmla="*/ 300786 w 4267200"/>
              <a:gd name="connsiteY3" fmla="*/ 1478445 h 4267200"/>
              <a:gd name="connisteX4" fmla="*/ 300786 w 4267200"/>
              <a:gd name="connsiteY4" fmla="*/ 2788754 h 4267200"/>
              <a:gd name="connisteX5" fmla="*/ 1478445 w 4267200"/>
              <a:gd name="connsiteY5" fmla="*/ 3966413 h 4267200"/>
              <a:gd name="connisteX6" fmla="*/ 2788754 w 4267200"/>
              <a:gd name="connsiteY6" fmla="*/ 3966413 h 4267200"/>
              <a:gd name="connisteX7" fmla="*/ 3966413 w 4267200"/>
              <a:gd name="connsiteY7" fmla="*/ 2788754 h 4267200"/>
              <a:gd name="connisteX8" fmla="*/ 3966413 w 4267200"/>
              <a:gd name="connsiteY8" fmla="*/ 1478445 h 4267200"/>
              <a:gd name="connisteX9" fmla="*/ 2809557 w 4267200"/>
              <a:gd name="connsiteY9" fmla="*/ 279988 h 4267200"/>
              <a:gd name="connisteX10" fmla="*/ 1457642 w 4267200"/>
              <a:gd name="connsiteY10" fmla="*/ 279988 h 4267200"/>
              <a:gd name="connisteX11" fmla="*/ 279988 w 4267200"/>
              <a:gd name="connsiteY11" fmla="*/ 1457642 h 4267200"/>
              <a:gd name="connisteX12" fmla="*/ 279988 w 4267200"/>
              <a:gd name="connsiteY12" fmla="*/ 2809557 h 4267200"/>
              <a:gd name="connisteX13" fmla="*/ 1457642 w 4267200"/>
              <a:gd name="connsiteY13" fmla="*/ 3987215 h 4267200"/>
              <a:gd name="connisteX14" fmla="*/ 2809557 w 4267200"/>
              <a:gd name="connsiteY14" fmla="*/ 3987215 h 4267200"/>
              <a:gd name="connisteX15" fmla="*/ 3987215 w 4267200"/>
              <a:gd name="connsiteY15" fmla="*/ 2809557 h 4267200"/>
              <a:gd name="connisteX16" fmla="*/ 3987215 w 4267200"/>
              <a:gd name="connsiteY16" fmla="*/ 1457642 h 4267200"/>
              <a:gd name="connisteX17" fmla="*/ 2809557 w 4267200"/>
              <a:gd name="connsiteY17" fmla="*/ 279988 h 426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pathLst>
              <a:path w="4267200" h="4267200">
                <a:moveTo>
                  <a:pt x="3966413" y="1478445"/>
                </a:moveTo>
                <a:lnTo>
                  <a:pt x="2788755" y="300787"/>
                </a:lnTo>
                <a:cubicBezTo>
                  <a:pt x="2426919" y="-61044"/>
                  <a:pt x="1840281" y="-61044"/>
                  <a:pt x="1478445" y="300787"/>
                </a:cubicBezTo>
                <a:lnTo>
                  <a:pt x="300787" y="1478445"/>
                </a:lnTo>
                <a:cubicBezTo>
                  <a:pt x="-61044" y="1840281"/>
                  <a:pt x="-61044" y="2426919"/>
                  <a:pt x="300787" y="2788755"/>
                </a:cubicBezTo>
                <a:lnTo>
                  <a:pt x="1478445" y="3966413"/>
                </a:lnTo>
                <a:cubicBezTo>
                  <a:pt x="1840281" y="4328249"/>
                  <a:pt x="2426919" y="4328249"/>
                  <a:pt x="2788755" y="3966413"/>
                </a:cubicBezTo>
                <a:lnTo>
                  <a:pt x="3966413" y="2788755"/>
                </a:lnTo>
                <a:cubicBezTo>
                  <a:pt x="4328249" y="2426919"/>
                  <a:pt x="4328249" y="1840281"/>
                  <a:pt x="3966413" y="1478445"/>
                </a:cubicBezTo>
                <a:moveTo>
                  <a:pt x="2809558" y="279988"/>
                </a:moveTo>
                <a:cubicBezTo>
                  <a:pt x="2436228" y="-93330"/>
                  <a:pt x="1830972" y="-93329"/>
                  <a:pt x="1457643" y="279988"/>
                </a:cubicBezTo>
                <a:lnTo>
                  <a:pt x="279988" y="1457643"/>
                </a:lnTo>
                <a:cubicBezTo>
                  <a:pt x="-93330" y="1830972"/>
                  <a:pt x="-93329" y="2436228"/>
                  <a:pt x="279988" y="2809558"/>
                </a:cubicBezTo>
                <a:lnTo>
                  <a:pt x="1457643" y="3987216"/>
                </a:lnTo>
                <a:cubicBezTo>
                  <a:pt x="1830972" y="4360532"/>
                  <a:pt x="2436228" y="4360532"/>
                  <a:pt x="2809558" y="3987216"/>
                </a:cubicBezTo>
                <a:lnTo>
                  <a:pt x="3987216" y="2809558"/>
                </a:lnTo>
                <a:cubicBezTo>
                  <a:pt x="4360532" y="2436228"/>
                  <a:pt x="4360532" y="1830972"/>
                  <a:pt x="3987216" y="1457643"/>
                </a:cubicBezTo>
                <a:lnTo>
                  <a:pt x="2809558" y="279988"/>
                </a:lnTo>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Text Placeholder 12"/>
          <p:cNvSpPr>
            <a:spLocks noGrp="1"/>
          </p:cNvSpPr>
          <p:nvPr>
            <p:ph type="body" idx="16386" hasCustomPrompt="1"/>
            <p:custDataLst>
              <p:tags r:id="rId7"/>
            </p:custDataLst>
          </p:nvPr>
        </p:nvSpPr>
        <p:spPr>
          <a:xfrm>
            <a:off x="5003271" y="3556000"/>
            <a:ext cx="2185458" cy="812800"/>
          </a:xfrm>
          <a:noFill/>
        </p:spPr>
        <p:txBody>
          <a:bodyPr lIns="0" tIns="0" rIns="0" bIns="0" anchor="ctr">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单击此处添加项标题内容</a:t>
            </a:r>
            <a:endParaRPr lang="zh-CN" altLang="en-US" smtClean="0"/>
          </a:p>
        </p:txBody>
      </p:sp>
      <p:sp>
        <p:nvSpPr>
          <p:cNvPr id="14" name="装饰  3"/>
          <p:cNvSpPr>
            <a:spLocks noGrp="1"/>
          </p:cNvSpPr>
          <p:nvPr>
            <p:ph type="body" idx="16393" hasCustomPrompt="1"/>
            <p:custDataLst>
              <p:tags r:id="rId8"/>
            </p:custDataLst>
          </p:nvPr>
        </p:nvSpPr>
        <p:spPr>
          <a:xfrm>
            <a:off x="38608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Picture Placeholder 14"/>
          <p:cNvSpPr>
            <a:spLocks noGrp="1"/>
          </p:cNvSpPr>
          <p:nvPr>
            <p:ph type="pic" idx="16392" hasCustomPrompt="1"/>
            <p:custDataLst>
              <p:tags r:id="rId9"/>
            </p:custDataLst>
          </p:nvPr>
        </p:nvSpPr>
        <p:spPr>
          <a:xfrm>
            <a:off x="41452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7" hasCustomPrompt="1"/>
            <p:custDataLst>
              <p:tags r:id="rId10"/>
            </p:custDataLst>
          </p:nvPr>
        </p:nvSpPr>
        <p:spPr>
          <a:xfrm>
            <a:off x="609600" y="4343400"/>
            <a:ext cx="2946400" cy="12192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7" name="装饰  6"/>
          <p:cNvSpPr>
            <a:spLocks noGrp="1"/>
          </p:cNvSpPr>
          <p:nvPr>
            <p:ph type="body" idx="16395" hasCustomPrompt="1"/>
            <p:custDataLst>
              <p:tags r:id="rId11"/>
            </p:custDataLst>
          </p:nvPr>
        </p:nvSpPr>
        <p:spPr>
          <a:xfrm>
            <a:off x="71120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Picture Placeholder 17"/>
          <p:cNvSpPr>
            <a:spLocks noGrp="1"/>
          </p:cNvSpPr>
          <p:nvPr>
            <p:ph type="pic" idx="16394" hasCustomPrompt="1"/>
            <p:custDataLst>
              <p:tags r:id="rId12"/>
            </p:custDataLst>
          </p:nvPr>
        </p:nvSpPr>
        <p:spPr>
          <a:xfrm>
            <a:off x="73964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Text Placeholder 18"/>
          <p:cNvSpPr>
            <a:spLocks noGrp="1"/>
          </p:cNvSpPr>
          <p:nvPr>
            <p:ph type="body" idx="16388" hasCustomPrompt="1"/>
            <p:custDataLst>
              <p:tags r:id="rId13"/>
            </p:custDataLst>
          </p:nvPr>
        </p:nvSpPr>
        <p:spPr>
          <a:xfrm>
            <a:off x="8636000" y="4343400"/>
            <a:ext cx="2946400" cy="12192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0" name="装饰  9"/>
          <p:cNvSpPr>
            <a:spLocks noGrp="1"/>
          </p:cNvSpPr>
          <p:nvPr>
            <p:ph type="body" idx="16397" hasCustomPrompt="1"/>
            <p:custDataLst>
              <p:tags r:id="rId14"/>
            </p:custDataLst>
          </p:nvPr>
        </p:nvSpPr>
        <p:spPr>
          <a:xfrm>
            <a:off x="71120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Picture Placeholder 20"/>
          <p:cNvSpPr>
            <a:spLocks noGrp="1"/>
          </p:cNvSpPr>
          <p:nvPr>
            <p:ph type="pic" idx="16396" hasCustomPrompt="1"/>
            <p:custDataLst>
              <p:tags r:id="rId15"/>
            </p:custDataLst>
          </p:nvPr>
        </p:nvSpPr>
        <p:spPr>
          <a:xfrm>
            <a:off x="73964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Text Placeholder 21"/>
          <p:cNvSpPr>
            <a:spLocks noGrp="1"/>
          </p:cNvSpPr>
          <p:nvPr>
            <p:ph type="body" idx="16389" hasCustomPrompt="1"/>
            <p:custDataLst>
              <p:tags r:id="rId16"/>
            </p:custDataLst>
          </p:nvPr>
        </p:nvSpPr>
        <p:spPr>
          <a:xfrm>
            <a:off x="8636000" y="2362200"/>
            <a:ext cx="2946400" cy="12192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3" name="装饰  2"/>
          <p:cNvSpPr>
            <a:spLocks noGrp="1"/>
          </p:cNvSpPr>
          <p:nvPr>
            <p:ph type="body" idx="16399" hasCustomPrompt="1"/>
            <p:custDataLst>
              <p:tags r:id="rId17"/>
            </p:custDataLst>
          </p:nvPr>
        </p:nvSpPr>
        <p:spPr>
          <a:xfrm>
            <a:off x="38608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Picture Placeholder 23"/>
          <p:cNvSpPr>
            <a:spLocks noGrp="1"/>
          </p:cNvSpPr>
          <p:nvPr>
            <p:ph type="pic" idx="16398" hasCustomPrompt="1"/>
            <p:custDataLst>
              <p:tags r:id="rId18"/>
            </p:custDataLst>
          </p:nvPr>
        </p:nvSpPr>
        <p:spPr>
          <a:xfrm>
            <a:off x="41452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Text Placeholder 24"/>
          <p:cNvSpPr>
            <a:spLocks noGrp="1"/>
          </p:cNvSpPr>
          <p:nvPr>
            <p:ph type="body" idx="16390" hasCustomPrompt="1"/>
            <p:custDataLst>
              <p:tags r:id="rId19"/>
            </p:custDataLst>
          </p:nvPr>
        </p:nvSpPr>
        <p:spPr>
          <a:xfrm>
            <a:off x="609600" y="2362200"/>
            <a:ext cx="2946400" cy="1219200"/>
          </a:xfrm>
          <a:noFill/>
        </p:spPr>
        <p:txBody>
          <a:bodyPr lIns="0" tIns="0" rIns="0" bIns="0" anchor="ctr">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_Slide-8_10">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0" hasCustomPrompt="1"/>
            <p:custDataLst>
              <p:tags r:id="rId6"/>
            </p:custDataLst>
          </p:nvPr>
        </p:nvSpPr>
        <p:spPr>
          <a:xfrm>
            <a:off x="3149600" y="3949700"/>
            <a:ext cx="5892318" cy="2908300"/>
          </a:xfrm>
          <a:custGeom>
            <a:avLst/>
            <a:gdLst>
              <a:gd name="connisteX0" fmla="*/ 5892317 w 5892317"/>
              <a:gd name="connsiteY0" fmla="*/ 2908300 h 2908300"/>
              <a:gd name="connisteX1" fmla="*/ 2946158 w 5892317"/>
              <a:gd name="connsiteY1" fmla="*/ 0 h 2908300"/>
              <a:gd name="connisteX2" fmla="*/ 0 w 5892317"/>
              <a:gd name="connsiteY2" fmla="*/ 2908300 h 2908300"/>
              <a:gd name="connisteX3" fmla="*/ 25402 w 5892317"/>
              <a:gd name="connsiteY3" fmla="*/ 2908300 h 2908300"/>
              <a:gd name="connisteX4" fmla="*/ 2946158 w 5892317"/>
              <a:gd name="connsiteY4" fmla="*/ 25400 h 2908300"/>
              <a:gd name="connisteX5" fmla="*/ 5866917 w 5892317"/>
              <a:gd name="connsiteY5" fmla="*/ 2908300 h 2908300"/>
              <a:gd name="connisteX6" fmla="*/ 5892317 w 5892317"/>
              <a:gd name="connsiteY6" fmla="*/ 2908300 h 29083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892318" h="2908300">
                <a:moveTo>
                  <a:pt x="5892317" y="2908300"/>
                </a:moveTo>
                <a:cubicBezTo>
                  <a:pt x="5871921" y="1298613"/>
                  <a:pt x="4560697" y="0"/>
                  <a:pt x="2946159" y="0"/>
                </a:cubicBezTo>
                <a:cubicBezTo>
                  <a:pt x="1331620" y="0"/>
                  <a:pt x="20399" y="1298613"/>
                  <a:pt x="0" y="2908300"/>
                </a:cubicBezTo>
                <a:lnTo>
                  <a:pt x="25402" y="2908300"/>
                </a:lnTo>
                <a:cubicBezTo>
                  <a:pt x="45800" y="1312634"/>
                  <a:pt x="1345654" y="25400"/>
                  <a:pt x="2946159" y="25400"/>
                </a:cubicBezTo>
                <a:cubicBezTo>
                  <a:pt x="4546664" y="25400"/>
                  <a:pt x="5846521" y="1312634"/>
                  <a:pt x="5866917" y="2908300"/>
                </a:cubicBezTo>
                <a:lnTo>
                  <a:pt x="5892317" y="29083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Text Placeholder 12"/>
          <p:cNvSpPr>
            <a:spLocks noGrp="1"/>
          </p:cNvSpPr>
          <p:nvPr>
            <p:ph type="body" idx="16391" hasCustomPrompt="1"/>
            <p:custDataLst>
              <p:tags r:id="rId7"/>
            </p:custDataLst>
          </p:nvPr>
        </p:nvSpPr>
        <p:spPr>
          <a:xfrm>
            <a:off x="3771900" y="4572000"/>
            <a:ext cx="4647588" cy="2286000"/>
          </a:xfrm>
          <a:custGeom>
            <a:avLst/>
            <a:gdLst>
              <a:gd name="connisteX0" fmla="*/ 4647590 w 4647588"/>
              <a:gd name="connsiteY0" fmla="*/ 2286000 h 2286000"/>
              <a:gd name="connisteX1" fmla="*/ 0 w 4647588"/>
              <a:gd name="connsiteY1" fmla="*/ 2286000 h 2286000"/>
              <a:gd name="connisteX2" fmla="*/ 2323795 w 4647588"/>
              <a:gd name="connsiteY2" fmla="*/ 0 h 2286000"/>
              <a:gd name="connisteX3" fmla="*/ 4647590 w 4647588"/>
              <a:gd name="connsiteY3" fmla="*/ 2286000 h 2286000"/>
            </a:gdLst>
            <a:ahLst/>
            <a:cxnLst>
              <a:cxn ang="0">
                <a:pos x="connisteX0" y="connsiteY0"/>
              </a:cxn>
              <a:cxn ang="0">
                <a:pos x="connisteX1" y="connsiteY1"/>
              </a:cxn>
              <a:cxn ang="0">
                <a:pos x="connisteX2" y="connsiteY2"/>
              </a:cxn>
              <a:cxn ang="0">
                <a:pos x="connisteX3" y="connsiteY3"/>
              </a:cxn>
            </a:cxnLst>
            <a:pathLst>
              <a:path w="4647588" h="2286000">
                <a:moveTo>
                  <a:pt x="4647590" y="2286000"/>
                </a:moveTo>
                <a:lnTo>
                  <a:pt x="0" y="2286000"/>
                </a:lnTo>
                <a:cubicBezTo>
                  <a:pt x="20348" y="1020007"/>
                  <a:pt x="1052953" y="0"/>
                  <a:pt x="2323795" y="0"/>
                </a:cubicBezTo>
                <a:cubicBezTo>
                  <a:pt x="3594633" y="0"/>
                  <a:pt x="4627245" y="1020007"/>
                  <a:pt x="4647590" y="2286000"/>
                </a:cubicBez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Text Placeholder 13"/>
          <p:cNvSpPr>
            <a:spLocks noGrp="1"/>
          </p:cNvSpPr>
          <p:nvPr>
            <p:ph type="body" idx="16386" hasCustomPrompt="1"/>
            <p:custDataLst>
              <p:tags r:id="rId8"/>
            </p:custDataLst>
          </p:nvPr>
        </p:nvSpPr>
        <p:spPr>
          <a:xfrm>
            <a:off x="4571471" y="5816600"/>
            <a:ext cx="3049058" cy="406400"/>
          </a:xfrm>
          <a:noFill/>
        </p:spPr>
        <p:txBody>
          <a:bodyPr lIns="0" tIns="0" rIns="0" bIns="0" anchor="ctr">
            <a:normAutofit/>
          </a:bodyPr>
          <a:lstStyle>
            <a:lvl1pPr marL="0" indent="0" algn="ctr">
              <a:lnSpc>
                <a:spcPct val="111000"/>
              </a:lnSpc>
              <a:spcBef>
                <a:spcPct val="0"/>
              </a:spcBef>
              <a:spcAft>
                <a:spcPct val="0"/>
              </a:spcAft>
              <a:buNone/>
              <a:defRPr sz="2400" b="0" spc="0">
                <a:solidFill>
                  <a:srgbClr val="FFFFFF"/>
                </a:solidFill>
              </a:defRPr>
            </a:lvl1pPr>
          </a:lstStyle>
          <a:p>
            <a:pPr lvl="0"/>
            <a:r>
              <a:rPr lang="zh-CN" altLang="en-US" smtClean="0"/>
              <a:t>Chapter Title</a:t>
            </a:r>
            <a:endParaRPr lang="zh-CN" altLang="en-US" smtClean="0"/>
          </a:p>
        </p:txBody>
      </p:sp>
      <p:sp>
        <p:nvSpPr>
          <p:cNvPr id="15" name="装饰  4"/>
          <p:cNvSpPr>
            <a:spLocks noGrp="1"/>
          </p:cNvSpPr>
          <p:nvPr>
            <p:ph type="body" idx="16393" hasCustomPrompt="1"/>
            <p:custDataLst>
              <p:tags r:id="rId9"/>
            </p:custDataLst>
          </p:nvPr>
        </p:nvSpPr>
        <p:spPr>
          <a:xfrm>
            <a:off x="8432800" y="5334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Picture Placeholder 15"/>
          <p:cNvSpPr>
            <a:spLocks noGrp="1"/>
          </p:cNvSpPr>
          <p:nvPr>
            <p:ph type="pic" idx="16392" hasCustomPrompt="1"/>
            <p:custDataLst>
              <p:tags r:id="rId10"/>
            </p:custDataLst>
          </p:nvPr>
        </p:nvSpPr>
        <p:spPr>
          <a:xfrm>
            <a:off x="8646160" y="55473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Text Placeholder 16"/>
          <p:cNvSpPr>
            <a:spLocks noGrp="1"/>
          </p:cNvSpPr>
          <p:nvPr>
            <p:ph type="body" idx="16387" hasCustomPrompt="1"/>
            <p:custDataLst>
              <p:tags r:id="rId11"/>
            </p:custDataLst>
          </p:nvPr>
        </p:nvSpPr>
        <p:spPr>
          <a:xfrm>
            <a:off x="8432800" y="3860800"/>
            <a:ext cx="3149600" cy="1219200"/>
          </a:xfrm>
          <a:noFill/>
        </p:spPr>
        <p:txBody>
          <a:bodyPr lIns="0" tIns="0" rIns="0" bIns="0" anchor="b">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18" name="装饰  7"/>
          <p:cNvSpPr>
            <a:spLocks noGrp="1"/>
          </p:cNvSpPr>
          <p:nvPr>
            <p:ph type="body" idx="16395" hasCustomPrompt="1"/>
            <p:custDataLst>
              <p:tags r:id="rId12"/>
            </p:custDataLst>
          </p:nvPr>
        </p:nvSpPr>
        <p:spPr>
          <a:xfrm>
            <a:off x="5638800" y="3352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Picture Placeholder 18"/>
          <p:cNvSpPr>
            <a:spLocks noGrp="1"/>
          </p:cNvSpPr>
          <p:nvPr>
            <p:ph type="pic" idx="16394" hasCustomPrompt="1"/>
            <p:custDataLst>
              <p:tags r:id="rId13"/>
            </p:custDataLst>
          </p:nvPr>
        </p:nvSpPr>
        <p:spPr>
          <a:xfrm>
            <a:off x="5852160" y="3566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Text Placeholder 19"/>
          <p:cNvSpPr>
            <a:spLocks noGrp="1"/>
          </p:cNvSpPr>
          <p:nvPr>
            <p:ph type="body" idx="16388" hasCustomPrompt="1"/>
            <p:custDataLst>
              <p:tags r:id="rId14"/>
            </p:custDataLst>
          </p:nvPr>
        </p:nvSpPr>
        <p:spPr>
          <a:xfrm>
            <a:off x="4521200" y="1879600"/>
            <a:ext cx="3149600" cy="1219200"/>
          </a:xfrm>
          <a:noFill/>
        </p:spPr>
        <p:txBody>
          <a:bodyPr lIns="0" tIns="0" rIns="0" bIns="0" anchor="b">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
        <p:nvSpPr>
          <p:cNvPr id="21" name="装饰  0"/>
          <p:cNvSpPr>
            <a:spLocks noGrp="1"/>
          </p:cNvSpPr>
          <p:nvPr>
            <p:ph type="body" idx="16397" hasCustomPrompt="1"/>
            <p:custDataLst>
              <p:tags r:id="rId15"/>
            </p:custDataLst>
          </p:nvPr>
        </p:nvSpPr>
        <p:spPr>
          <a:xfrm>
            <a:off x="2844800" y="5334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Picture Placeholder 21"/>
          <p:cNvSpPr>
            <a:spLocks noGrp="1"/>
          </p:cNvSpPr>
          <p:nvPr>
            <p:ph type="pic" idx="16396" hasCustomPrompt="1"/>
            <p:custDataLst>
              <p:tags r:id="rId16"/>
            </p:custDataLst>
          </p:nvPr>
        </p:nvSpPr>
        <p:spPr>
          <a:xfrm>
            <a:off x="3058160" y="55473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3" name="Text Placeholder 22"/>
          <p:cNvSpPr>
            <a:spLocks noGrp="1"/>
          </p:cNvSpPr>
          <p:nvPr>
            <p:ph type="body" idx="16389" hasCustomPrompt="1"/>
            <p:custDataLst>
              <p:tags r:id="rId17"/>
            </p:custDataLst>
          </p:nvPr>
        </p:nvSpPr>
        <p:spPr>
          <a:xfrm>
            <a:off x="609600" y="3860800"/>
            <a:ext cx="3149600" cy="1219200"/>
          </a:xfrm>
          <a:noFill/>
        </p:spPr>
        <p:txBody>
          <a:bodyPr lIns="0" tIns="0" rIns="0" bIns="0" anchor="b">
            <a:normAutofit/>
          </a:bodyPr>
          <a:lstStyle>
            <a:lvl1pPr marL="0" indent="0" algn="r">
              <a:lnSpc>
                <a:spcPct val="125000"/>
              </a:lnSpc>
              <a:spcBef>
                <a:spcPct val="0"/>
              </a:spcBef>
              <a:spcAft>
                <a:spcPct val="0"/>
              </a:spcAft>
              <a:buNone/>
              <a:defRPr sz="1600" b="0" spc="0">
                <a:solidFill>
                  <a:schemeClr val="tx1"/>
                </a:solidFill>
              </a:defRPr>
            </a:lvl1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_Slide-8_17">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038600" y="6356350"/>
            <a:ext cx="4114800" cy="365125"/>
          </a:xfrm>
        </p:spPr>
        <p:txBody>
          <a:bodyPr/>
          <a:lstStyle/>
          <a:p>
            <a:endParaRPr lang="zh-CN" altLang="en-US"/>
          </a:p>
        </p:txBody>
      </p:sp>
      <p:sp>
        <p:nvSpPr>
          <p:cNvPr id="10"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1" name="Title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12" name="Text Placeholder 11"/>
          <p:cNvSpPr>
            <a:spLocks noGrp="1"/>
          </p:cNvSpPr>
          <p:nvPr>
            <p:ph type="body" idx="16391" hasCustomPrompt="1"/>
            <p:custDataLst>
              <p:tags r:id="rId6"/>
            </p:custDataLst>
          </p:nvPr>
        </p:nvSpPr>
        <p:spPr>
          <a:xfrm>
            <a:off x="3962400" y="1828800"/>
            <a:ext cx="4267200" cy="4267200"/>
          </a:xfrm>
          <a:custGeom>
            <a:avLst/>
            <a:gdLst>
              <a:gd name="connisteX0" fmla="*/ 3966413 w 4267200"/>
              <a:gd name="connsiteY0" fmla="*/ 1478445 h 4267200"/>
              <a:gd name="connisteX1" fmla="*/ 2788754 w 4267200"/>
              <a:gd name="connsiteY1" fmla="*/ 300786 h 4267200"/>
              <a:gd name="connisteX2" fmla="*/ 1478445 w 4267200"/>
              <a:gd name="connsiteY2" fmla="*/ 300786 h 4267200"/>
              <a:gd name="connisteX3" fmla="*/ 300786 w 4267200"/>
              <a:gd name="connsiteY3" fmla="*/ 1478445 h 4267200"/>
              <a:gd name="connisteX4" fmla="*/ 300786 w 4267200"/>
              <a:gd name="connsiteY4" fmla="*/ 2788754 h 4267200"/>
              <a:gd name="connisteX5" fmla="*/ 1478445 w 4267200"/>
              <a:gd name="connsiteY5" fmla="*/ 3966413 h 4267200"/>
              <a:gd name="connisteX6" fmla="*/ 2788754 w 4267200"/>
              <a:gd name="connsiteY6" fmla="*/ 3966413 h 4267200"/>
              <a:gd name="connisteX7" fmla="*/ 3966413 w 4267200"/>
              <a:gd name="connsiteY7" fmla="*/ 2788754 h 4267200"/>
              <a:gd name="connisteX8" fmla="*/ 3966413 w 4267200"/>
              <a:gd name="connsiteY8" fmla="*/ 1478445 h 4267200"/>
              <a:gd name="connisteX9" fmla="*/ 2809557 w 4267200"/>
              <a:gd name="connsiteY9" fmla="*/ 279988 h 4267200"/>
              <a:gd name="connisteX10" fmla="*/ 1457642 w 4267200"/>
              <a:gd name="connsiteY10" fmla="*/ 279988 h 4267200"/>
              <a:gd name="connisteX11" fmla="*/ 279988 w 4267200"/>
              <a:gd name="connsiteY11" fmla="*/ 1457642 h 4267200"/>
              <a:gd name="connisteX12" fmla="*/ 279988 w 4267200"/>
              <a:gd name="connsiteY12" fmla="*/ 2809557 h 4267200"/>
              <a:gd name="connisteX13" fmla="*/ 1457642 w 4267200"/>
              <a:gd name="connsiteY13" fmla="*/ 3987215 h 4267200"/>
              <a:gd name="connisteX14" fmla="*/ 2809557 w 4267200"/>
              <a:gd name="connsiteY14" fmla="*/ 3987215 h 4267200"/>
              <a:gd name="connisteX15" fmla="*/ 3987215 w 4267200"/>
              <a:gd name="connsiteY15" fmla="*/ 2809557 h 4267200"/>
              <a:gd name="connisteX16" fmla="*/ 3987215 w 4267200"/>
              <a:gd name="connsiteY16" fmla="*/ 1457642 h 4267200"/>
              <a:gd name="connisteX17" fmla="*/ 2809557 w 4267200"/>
              <a:gd name="connsiteY17" fmla="*/ 279988 h 426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pathLst>
              <a:path w="4267200" h="4267200">
                <a:moveTo>
                  <a:pt x="3966413" y="1478445"/>
                </a:moveTo>
                <a:lnTo>
                  <a:pt x="2788755" y="300787"/>
                </a:lnTo>
                <a:cubicBezTo>
                  <a:pt x="2426919" y="-61044"/>
                  <a:pt x="1840281" y="-61044"/>
                  <a:pt x="1478445" y="300787"/>
                </a:cubicBezTo>
                <a:lnTo>
                  <a:pt x="300787" y="1478445"/>
                </a:lnTo>
                <a:cubicBezTo>
                  <a:pt x="-61044" y="1840281"/>
                  <a:pt x="-61044" y="2426919"/>
                  <a:pt x="300787" y="2788755"/>
                </a:cubicBezTo>
                <a:lnTo>
                  <a:pt x="1478445" y="3966413"/>
                </a:lnTo>
                <a:cubicBezTo>
                  <a:pt x="1840281" y="4328249"/>
                  <a:pt x="2426919" y="4328249"/>
                  <a:pt x="2788755" y="3966413"/>
                </a:cubicBezTo>
                <a:lnTo>
                  <a:pt x="3966413" y="2788755"/>
                </a:lnTo>
                <a:cubicBezTo>
                  <a:pt x="4328249" y="2426919"/>
                  <a:pt x="4328249" y="1840281"/>
                  <a:pt x="3966413" y="1478445"/>
                </a:cubicBezTo>
                <a:moveTo>
                  <a:pt x="2809558" y="279988"/>
                </a:moveTo>
                <a:cubicBezTo>
                  <a:pt x="2436228" y="-93330"/>
                  <a:pt x="1830972" y="-93329"/>
                  <a:pt x="1457643" y="279988"/>
                </a:cubicBezTo>
                <a:lnTo>
                  <a:pt x="279988" y="1457643"/>
                </a:lnTo>
                <a:cubicBezTo>
                  <a:pt x="-93330" y="1830972"/>
                  <a:pt x="-93329" y="2436228"/>
                  <a:pt x="279988" y="2809558"/>
                </a:cubicBezTo>
                <a:lnTo>
                  <a:pt x="1457643" y="3987216"/>
                </a:lnTo>
                <a:cubicBezTo>
                  <a:pt x="1830972" y="4360532"/>
                  <a:pt x="2436228" y="4360532"/>
                  <a:pt x="2809558" y="3987216"/>
                </a:cubicBezTo>
                <a:lnTo>
                  <a:pt x="3987216" y="2809558"/>
                </a:lnTo>
                <a:cubicBezTo>
                  <a:pt x="4360532" y="2436228"/>
                  <a:pt x="4360532" y="1830972"/>
                  <a:pt x="3987216" y="1457643"/>
                </a:cubicBezTo>
                <a:lnTo>
                  <a:pt x="2809558" y="279988"/>
                </a:lnTo>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3" name="Text Placeholder 12"/>
          <p:cNvSpPr>
            <a:spLocks noGrp="1"/>
          </p:cNvSpPr>
          <p:nvPr>
            <p:ph type="body" idx="16386" hasCustomPrompt="1"/>
            <p:custDataLst>
              <p:tags r:id="rId7"/>
            </p:custDataLst>
          </p:nvPr>
        </p:nvSpPr>
        <p:spPr>
          <a:xfrm>
            <a:off x="5003271" y="3556000"/>
            <a:ext cx="2185458" cy="812800"/>
          </a:xfrm>
          <a:noFill/>
        </p:spPr>
        <p:txBody>
          <a:bodyPr lIns="0" tIns="0" rIns="0" bIns="0" anchor="ctr">
            <a:normAutofit/>
          </a:bodyPr>
          <a:lstStyle>
            <a:lvl1pPr marL="0" indent="0" algn="ctr">
              <a:lnSpc>
                <a:spcPct val="111000"/>
              </a:lnSpc>
              <a:buNone/>
              <a:defRPr sz="2400" b="0" spc="0">
                <a:solidFill>
                  <a:schemeClr val="tx1"/>
                </a:solidFill>
              </a:defRPr>
            </a:lvl1pPr>
            <a:lvl5pPr marL="0" indent="0" algn="ctr">
              <a:lnSpc>
                <a:spcPct val="111000"/>
              </a:lnSpc>
              <a:spcBef>
                <a:spcPct val="0"/>
              </a:spcBef>
              <a:spcAft>
                <a:spcPct val="0"/>
              </a:spcAft>
              <a:buNone/>
              <a:defRPr/>
            </a:lvl5pPr>
          </a:lstStyle>
          <a:p>
            <a:pPr lvl="0"/>
            <a:r>
              <a:rPr lang="zh-CN" altLang="en-US" smtClean="0"/>
              <a:t>单击此处添加项标题内容</a:t>
            </a:r>
            <a:endParaRPr lang="zh-CN" altLang="en-US" smtClean="0"/>
          </a:p>
        </p:txBody>
      </p:sp>
      <p:sp>
        <p:nvSpPr>
          <p:cNvPr id="14" name="装饰  3"/>
          <p:cNvSpPr>
            <a:spLocks noGrp="1"/>
          </p:cNvSpPr>
          <p:nvPr>
            <p:ph type="body" idx="16393" hasCustomPrompt="1"/>
            <p:custDataLst>
              <p:tags r:id="rId8"/>
            </p:custDataLst>
          </p:nvPr>
        </p:nvSpPr>
        <p:spPr>
          <a:xfrm>
            <a:off x="38608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5" name="Picture Placeholder 14"/>
          <p:cNvSpPr>
            <a:spLocks noGrp="1"/>
          </p:cNvSpPr>
          <p:nvPr>
            <p:ph type="pic" idx="16392" hasCustomPrompt="1"/>
            <p:custDataLst>
              <p:tags r:id="rId9"/>
            </p:custDataLst>
          </p:nvPr>
        </p:nvSpPr>
        <p:spPr>
          <a:xfrm>
            <a:off x="41452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Text Placeholder 15"/>
          <p:cNvSpPr>
            <a:spLocks noGrp="1"/>
          </p:cNvSpPr>
          <p:nvPr>
            <p:ph type="body" idx="16387" hasCustomPrompt="1"/>
            <p:custDataLst>
              <p:tags r:id="rId10"/>
            </p:custDataLst>
          </p:nvPr>
        </p:nvSpPr>
        <p:spPr>
          <a:xfrm>
            <a:off x="609600" y="4191000"/>
            <a:ext cx="2946400" cy="1524000"/>
          </a:xfrm>
          <a:noFill/>
        </p:spPr>
        <p:txBody>
          <a:bodyPr lIns="0" tIns="0" rIns="0" bIns="0" anchor="ctr">
            <a:normAutofit/>
          </a:bodyPr>
          <a:lstStyle>
            <a:lvl1pPr marL="0" indent="0" algn="r">
              <a:lnSpc>
                <a:spcPct val="125000"/>
              </a:lnSpc>
              <a:buNone/>
              <a:defRPr sz="1600" b="0" spc="0">
                <a:solidFill>
                  <a:schemeClr val="tx1"/>
                </a:solidFill>
              </a:defRPr>
            </a:lvl1pPr>
            <a:lvl5pPr marL="0" indent="0" algn="r">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7" name="装饰  6"/>
          <p:cNvSpPr>
            <a:spLocks noGrp="1"/>
          </p:cNvSpPr>
          <p:nvPr>
            <p:ph type="body" idx="16395" hasCustomPrompt="1"/>
            <p:custDataLst>
              <p:tags r:id="rId11"/>
            </p:custDataLst>
          </p:nvPr>
        </p:nvSpPr>
        <p:spPr>
          <a:xfrm>
            <a:off x="7112000" y="4343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8" name="Picture Placeholder 17"/>
          <p:cNvSpPr>
            <a:spLocks noGrp="1"/>
          </p:cNvSpPr>
          <p:nvPr>
            <p:ph type="pic" idx="16394" hasCustomPrompt="1"/>
            <p:custDataLst>
              <p:tags r:id="rId12"/>
            </p:custDataLst>
          </p:nvPr>
        </p:nvSpPr>
        <p:spPr>
          <a:xfrm>
            <a:off x="7396480" y="4627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Text Placeholder 18"/>
          <p:cNvSpPr>
            <a:spLocks noGrp="1"/>
          </p:cNvSpPr>
          <p:nvPr>
            <p:ph type="body" idx="16388" hasCustomPrompt="1"/>
            <p:custDataLst>
              <p:tags r:id="rId13"/>
            </p:custDataLst>
          </p:nvPr>
        </p:nvSpPr>
        <p:spPr>
          <a:xfrm>
            <a:off x="8636000" y="4191000"/>
            <a:ext cx="2946400" cy="1524000"/>
          </a:xfrm>
          <a:noFill/>
        </p:spPr>
        <p:txBody>
          <a:bodyPr lIns="0" tIns="0" rIns="0" bIns="0" anchor="ctr">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20" name="装饰  9"/>
          <p:cNvSpPr>
            <a:spLocks noGrp="1"/>
          </p:cNvSpPr>
          <p:nvPr>
            <p:ph type="body" idx="16397" hasCustomPrompt="1"/>
            <p:custDataLst>
              <p:tags r:id="rId14"/>
            </p:custDataLst>
          </p:nvPr>
        </p:nvSpPr>
        <p:spPr>
          <a:xfrm>
            <a:off x="71120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1" name="Picture Placeholder 20"/>
          <p:cNvSpPr>
            <a:spLocks noGrp="1"/>
          </p:cNvSpPr>
          <p:nvPr>
            <p:ph type="pic" idx="16396" hasCustomPrompt="1"/>
            <p:custDataLst>
              <p:tags r:id="rId15"/>
            </p:custDataLst>
          </p:nvPr>
        </p:nvSpPr>
        <p:spPr>
          <a:xfrm>
            <a:off x="73964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Text Placeholder 21"/>
          <p:cNvSpPr>
            <a:spLocks noGrp="1"/>
          </p:cNvSpPr>
          <p:nvPr>
            <p:ph type="body" idx="16389" hasCustomPrompt="1"/>
            <p:custDataLst>
              <p:tags r:id="rId16"/>
            </p:custDataLst>
          </p:nvPr>
        </p:nvSpPr>
        <p:spPr>
          <a:xfrm>
            <a:off x="8636000" y="2209800"/>
            <a:ext cx="2946400" cy="1524000"/>
          </a:xfrm>
          <a:noFill/>
        </p:spPr>
        <p:txBody>
          <a:bodyPr lIns="0" tIns="0" rIns="0" bIns="0" anchor="ctr">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23" name="装饰  2"/>
          <p:cNvSpPr>
            <a:spLocks noGrp="1"/>
          </p:cNvSpPr>
          <p:nvPr>
            <p:ph type="body" idx="16399" hasCustomPrompt="1"/>
            <p:custDataLst>
              <p:tags r:id="rId17"/>
            </p:custDataLst>
          </p:nvPr>
        </p:nvSpPr>
        <p:spPr>
          <a:xfrm>
            <a:off x="38608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24" name="Picture Placeholder 23"/>
          <p:cNvSpPr>
            <a:spLocks noGrp="1"/>
          </p:cNvSpPr>
          <p:nvPr>
            <p:ph type="pic" idx="16398" hasCustomPrompt="1"/>
            <p:custDataLst>
              <p:tags r:id="rId18"/>
            </p:custDataLst>
          </p:nvPr>
        </p:nvSpPr>
        <p:spPr>
          <a:xfrm>
            <a:off x="41452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Text Placeholder 24"/>
          <p:cNvSpPr>
            <a:spLocks noGrp="1"/>
          </p:cNvSpPr>
          <p:nvPr>
            <p:ph type="body" idx="16390" hasCustomPrompt="1"/>
            <p:custDataLst>
              <p:tags r:id="rId19"/>
            </p:custDataLst>
          </p:nvPr>
        </p:nvSpPr>
        <p:spPr>
          <a:xfrm>
            <a:off x="609600" y="2209800"/>
            <a:ext cx="2946400" cy="1524000"/>
          </a:xfrm>
          <a:noFill/>
        </p:spPr>
        <p:txBody>
          <a:bodyPr lIns="0" tIns="0" rIns="0" bIns="0" anchor="ctr">
            <a:normAutofit/>
          </a:bodyPr>
          <a:lstStyle>
            <a:lvl1pPr marL="0" indent="0" algn="r">
              <a:lnSpc>
                <a:spcPct val="125000"/>
              </a:lnSpc>
              <a:buNone/>
              <a:defRPr sz="1600" b="0" spc="0">
                <a:solidFill>
                  <a:schemeClr val="tx1"/>
                </a:solidFill>
              </a:defRPr>
            </a:lvl1pPr>
            <a:lvl5pPr marL="0" indent="0" algn="r">
              <a:lnSpc>
                <a:spcPct val="125000"/>
              </a:lnSpc>
              <a:spcBef>
                <a:spcPct val="0"/>
              </a:spcBef>
              <a:spcAft>
                <a:spcPct val="0"/>
              </a:spcAft>
              <a:buNone/>
              <a:defRPr/>
            </a:lvl5pPr>
          </a:lstStyle>
          <a:p>
            <a:pPr lvl="0"/>
            <a:r>
              <a:rPr lang="zh-CN" altLang="en-US" smtClean="0"/>
              <a:t>Enter title text here</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tags" Target="../tags/tag91.xml"/><Relationship Id="rId20" Type="http://schemas.openxmlformats.org/officeDocument/2006/relationships/tags" Target="../tags/tag90.xml"/><Relationship Id="rId2" Type="http://schemas.openxmlformats.org/officeDocument/2006/relationships/slideLayout" Target="../slideLayouts/slideLayout13.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1" Type="http://schemas.openxmlformats.org/officeDocument/2006/relationships/theme" Target="../theme/theme3.xml"/><Relationship Id="rId20" Type="http://schemas.openxmlformats.org/officeDocument/2006/relationships/tags" Target="../tags/tag275.xml"/><Relationship Id="rId2" Type="http://schemas.openxmlformats.org/officeDocument/2006/relationships/slideLayout" Target="../slideLayouts/slideLayout25.xml"/><Relationship Id="rId19" Type="http://schemas.openxmlformats.org/officeDocument/2006/relationships/tags" Target="../tags/tag274.xml"/><Relationship Id="rId18" Type="http://schemas.openxmlformats.org/officeDocument/2006/relationships/tags" Target="../tags/tag273.xml"/><Relationship Id="rId17" Type="http://schemas.openxmlformats.org/officeDocument/2006/relationships/tags" Target="../tags/tag272.xml"/><Relationship Id="rId16" Type="http://schemas.openxmlformats.org/officeDocument/2006/relationships/tags" Target="../tags/tag271.xml"/><Relationship Id="rId15" Type="http://schemas.openxmlformats.org/officeDocument/2006/relationships/tags" Target="../tags/tag270.xml"/><Relationship Id="rId14" Type="http://schemas.openxmlformats.org/officeDocument/2006/relationships/tags" Target="../tags/tag269.xml"/><Relationship Id="rId13" Type="http://schemas.openxmlformats.org/officeDocument/2006/relationships/tags" Target="../tags/tag268.xml"/><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7" name="任意多边形: 形状 16"/>
          <p:cNvSpPr/>
          <p:nvPr userDrawn="1">
            <p:custDataLst>
              <p:tags r:id="rId13"/>
            </p:custDataLst>
          </p:nvPr>
        </p:nvSpPr>
        <p:spPr>
          <a:xfrm>
            <a:off x="11038205" y="5814695"/>
            <a:ext cx="1153795" cy="1043940"/>
          </a:xfrm>
          <a:custGeom>
            <a:avLst/>
            <a:gdLst>
              <a:gd name="connsiteX0" fmla="*/ 1663756 w 1663756"/>
              <a:gd name="connsiteY0" fmla="*/ 0 h 1505347"/>
              <a:gd name="connsiteX1" fmla="*/ 1663448 w 1663756"/>
              <a:gd name="connsiteY1" fmla="*/ 721124 h 1505347"/>
              <a:gd name="connsiteX2" fmla="*/ 1559311 w 1663756"/>
              <a:gd name="connsiteY2" fmla="*/ 738909 h 1505347"/>
              <a:gd name="connsiteX3" fmla="*/ 1345905 w 1663756"/>
              <a:gd name="connsiteY3" fmla="*/ 810930 h 1505347"/>
              <a:gd name="connsiteX4" fmla="*/ 761888 w 1663756"/>
              <a:gd name="connsiteY4" fmla="*/ 1432106 h 1505347"/>
              <a:gd name="connsiteX5" fmla="*/ 738539 w 1663756"/>
              <a:gd name="connsiteY5" fmla="*/ 1505347 h 1505347"/>
              <a:gd name="connsiteX6" fmla="*/ 699919 w 1663756"/>
              <a:gd name="connsiteY6" fmla="*/ 1504681 h 1505347"/>
              <a:gd name="connsiteX7" fmla="*/ 0 w 1663756"/>
              <a:gd name="connsiteY7" fmla="*/ 1505295 h 1505347"/>
              <a:gd name="connsiteX8" fmla="*/ 35272 w 1663756"/>
              <a:gd name="connsiteY8" fmla="*/ 1345860 h 1505347"/>
              <a:gd name="connsiteX9" fmla="*/ 1049799 w 1663756"/>
              <a:gd name="connsiteY9" fmla="*/ 155437 h 1505347"/>
              <a:gd name="connsiteX10" fmla="*/ 1580244 w 1663756"/>
              <a:gd name="connsiteY10" fmla="*/ 6378 h 1505347"/>
              <a:gd name="connsiteX11" fmla="*/ 1663756 w 1663756"/>
              <a:gd name="connsiteY11" fmla="*/ 0 h 150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3756" h="1505347">
                <a:moveTo>
                  <a:pt x="1663756" y="0"/>
                </a:moveTo>
                <a:lnTo>
                  <a:pt x="1663448" y="721124"/>
                </a:lnTo>
                <a:lnTo>
                  <a:pt x="1559311" y="738909"/>
                </a:lnTo>
                <a:cubicBezTo>
                  <a:pt x="1487335" y="755400"/>
                  <a:pt x="1415920" y="779302"/>
                  <a:pt x="1345905" y="810930"/>
                </a:cubicBezTo>
                <a:cubicBezTo>
                  <a:pt x="1065266" y="937703"/>
                  <a:pt x="863047" y="1165585"/>
                  <a:pt x="761888" y="1432106"/>
                </a:cubicBezTo>
                <a:lnTo>
                  <a:pt x="738539" y="1505347"/>
                </a:lnTo>
                <a:lnTo>
                  <a:pt x="699919" y="1504681"/>
                </a:lnTo>
                <a:lnTo>
                  <a:pt x="0" y="1505295"/>
                </a:lnTo>
                <a:lnTo>
                  <a:pt x="35272" y="1345860"/>
                </a:lnTo>
                <a:cubicBezTo>
                  <a:pt x="174165" y="835899"/>
                  <a:pt x="530762" y="389902"/>
                  <a:pt x="1049799" y="155437"/>
                </a:cubicBezTo>
                <a:cubicBezTo>
                  <a:pt x="1222812" y="77282"/>
                  <a:pt x="1401220" y="28037"/>
                  <a:pt x="1580244" y="6378"/>
                </a:cubicBezTo>
                <a:lnTo>
                  <a:pt x="1663756" y="0"/>
                </a:lnTo>
                <a:close/>
              </a:path>
            </a:pathLst>
          </a:custGeom>
          <a:gradFill flip="none" rotWithShape="1">
            <a:gsLst>
              <a:gs pos="18000">
                <a:schemeClr val="accent1">
                  <a:alpha val="0"/>
                </a:schemeClr>
              </a:gs>
              <a:gs pos="74000">
                <a:schemeClr val="accent1">
                  <a:alpha val="67000"/>
                </a:schemeClr>
              </a:gs>
            </a:gsLst>
            <a:lin ang="13500000" scaled="1"/>
            <a:tileRect/>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20" name="任意多边形: 形状 19"/>
          <p:cNvSpPr/>
          <p:nvPr userDrawn="1">
            <p:custDataLst>
              <p:tags r:id="rId14"/>
            </p:custDataLst>
          </p:nvPr>
        </p:nvSpPr>
        <p:spPr>
          <a:xfrm>
            <a:off x="-6092" y="2573"/>
            <a:ext cx="683878" cy="728321"/>
          </a:xfrm>
          <a:custGeom>
            <a:avLst/>
            <a:gdLst>
              <a:gd name="connsiteX0" fmla="*/ 604834 w 683878"/>
              <a:gd name="connsiteY0" fmla="*/ 0 h 728321"/>
              <a:gd name="connsiteX1" fmla="*/ 648236 w 683878"/>
              <a:gd name="connsiteY1" fmla="*/ 80864 h 728321"/>
              <a:gd name="connsiteX2" fmla="*/ 394224 w 683878"/>
              <a:gd name="connsiteY2" fmla="*/ 692631 h 728321"/>
              <a:gd name="connsiteX3" fmla="*/ 35673 w 683878"/>
              <a:gd name="connsiteY3" fmla="*/ 692469 h 728321"/>
              <a:gd name="connsiteX4" fmla="*/ 0 w 683878"/>
              <a:gd name="connsiteY4" fmla="*/ 673504 h 728321"/>
              <a:gd name="connsiteX5" fmla="*/ 45 w 683878"/>
              <a:gd name="connsiteY5" fmla="*/ 397741 h 728321"/>
              <a:gd name="connsiteX6" fmla="*/ 3110 w 683878"/>
              <a:gd name="connsiteY6" fmla="*/ 403451 h 728321"/>
              <a:gd name="connsiteX7" fmla="*/ 313115 w 683878"/>
              <a:gd name="connsiteY7" fmla="*/ 496476 h 728321"/>
              <a:gd name="connsiteX8" fmla="*/ 451989 w 683878"/>
              <a:gd name="connsiteY8" fmla="*/ 162010 h 728321"/>
              <a:gd name="connsiteX9" fmla="*/ 117459 w 683878"/>
              <a:gd name="connsiteY9" fmla="*/ 23293 h 728321"/>
              <a:gd name="connsiteX10" fmla="*/ 1825 w 683878"/>
              <a:gd name="connsiteY10" fmla="*/ 118421 h 728321"/>
              <a:gd name="connsiteX11" fmla="*/ 91 w 683878"/>
              <a:gd name="connsiteY11" fmla="*/ 121677 h 728321"/>
              <a:gd name="connsiteX12" fmla="*/ 111 w 683878"/>
              <a:gd name="connsiteY12" fmla="*/ 100 h 728321"/>
              <a:gd name="connsiteX13" fmla="*/ 604834 w 683878"/>
              <a:gd name="connsiteY13" fmla="*/ 0 h 72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3878" h="728321">
                <a:moveTo>
                  <a:pt x="604834" y="0"/>
                </a:moveTo>
                <a:lnTo>
                  <a:pt x="648236" y="80864"/>
                </a:lnTo>
                <a:cubicBezTo>
                  <a:pt x="747060" y="319863"/>
                  <a:pt x="633335" y="593761"/>
                  <a:pt x="394224" y="692631"/>
                </a:cubicBezTo>
                <a:cubicBezTo>
                  <a:pt x="274668" y="742067"/>
                  <a:pt x="146403" y="738385"/>
                  <a:pt x="35673" y="692469"/>
                </a:cubicBezTo>
                <a:lnTo>
                  <a:pt x="0" y="673504"/>
                </a:lnTo>
                <a:lnTo>
                  <a:pt x="45" y="397741"/>
                </a:lnTo>
                <a:lnTo>
                  <a:pt x="3110" y="403451"/>
                </a:lnTo>
                <a:cubicBezTo>
                  <a:pt x="69761" y="502135"/>
                  <a:pt x="198730" y="543773"/>
                  <a:pt x="313115" y="496476"/>
                </a:cubicBezTo>
                <a:cubicBezTo>
                  <a:pt x="443842" y="442421"/>
                  <a:pt x="506018" y="292676"/>
                  <a:pt x="451989" y="162010"/>
                </a:cubicBezTo>
                <a:cubicBezTo>
                  <a:pt x="397960" y="31345"/>
                  <a:pt x="248185" y="-30762"/>
                  <a:pt x="117459" y="23293"/>
                </a:cubicBezTo>
                <a:cubicBezTo>
                  <a:pt x="68436" y="43563"/>
                  <a:pt x="29053" y="77290"/>
                  <a:pt x="1825" y="118421"/>
                </a:cubicBezTo>
                <a:lnTo>
                  <a:pt x="91" y="121677"/>
                </a:lnTo>
                <a:lnTo>
                  <a:pt x="111" y="100"/>
                </a:lnTo>
                <a:lnTo>
                  <a:pt x="604834" y="0"/>
                </a:lnTo>
                <a:close/>
              </a:path>
            </a:pathLst>
          </a:custGeom>
          <a:gradFill flip="none" rotWithShape="1">
            <a:gsLst>
              <a:gs pos="33000">
                <a:schemeClr val="bg1">
                  <a:alpha val="0"/>
                </a:schemeClr>
              </a:gs>
              <a:gs pos="88000">
                <a:schemeClr val="accent1">
                  <a:alpha val="50000"/>
                </a:schemeClr>
              </a:gs>
            </a:gsLst>
            <a:path path="circle">
              <a:fillToRect r="100000" b="100000"/>
            </a:path>
            <a:tileRect l="-100000" t="-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0" name="日期占位符 9"/>
          <p:cNvSpPr>
            <a:spLocks noGrp="1"/>
          </p:cNvSpPr>
          <p:nvPr>
            <p:ph type="dt" sz="half" idx="10"/>
            <p:custDataLst>
              <p:tags r:id="rId15"/>
            </p:custDataLst>
          </p:nvPr>
        </p:nvSpPr>
        <p:spPr>
          <a:xfrm>
            <a:off x="695960" y="6356350"/>
            <a:ext cx="2743200" cy="365125"/>
          </a:xfrm>
        </p:spPr>
        <p:txBody>
          <a:bodyPr/>
          <a:lstStyle>
            <a:lvl1pPr>
              <a:defRPr>
                <a:cs typeface="MiSans" panose="00000500000000000000" charset="-122"/>
              </a:defRPr>
            </a:lvl1pPr>
          </a:lstStyle>
          <a:p>
            <a:fld id="{D997B5FA-0921-464F-AAE1-844C04324D75}" type="datetimeFigureOut">
              <a:rPr lang="zh-CN" altLang="en-US" smtClean="0"/>
            </a:fld>
            <a:endParaRPr lang="zh-CN" altLang="en-US"/>
          </a:p>
        </p:txBody>
      </p:sp>
      <p:sp>
        <p:nvSpPr>
          <p:cNvPr id="12" name="页脚占位符 11"/>
          <p:cNvSpPr>
            <a:spLocks noGrp="1"/>
          </p:cNvSpPr>
          <p:nvPr>
            <p:ph type="ftr" sz="quarter" idx="11"/>
            <p:custDataLst>
              <p:tags r:id="rId16"/>
            </p:custDataLst>
          </p:nvPr>
        </p:nvSpPr>
        <p:spPr>
          <a:xfrm>
            <a:off x="4038600" y="6356350"/>
            <a:ext cx="4114800" cy="365125"/>
          </a:xfrm>
        </p:spPr>
        <p:txBody>
          <a:bodyPr/>
          <a:lstStyle>
            <a:lvl1pPr>
              <a:defRPr>
                <a:cs typeface="MiSans" panose="00000500000000000000" charset="-122"/>
              </a:defRPr>
            </a:lvl1pPr>
          </a:lstStyle>
          <a:p>
            <a:endParaRPr lang="zh-CN" altLang="en-US"/>
          </a:p>
        </p:txBody>
      </p:sp>
      <p:sp>
        <p:nvSpPr>
          <p:cNvPr id="13" name="灯片编号占位符 12"/>
          <p:cNvSpPr>
            <a:spLocks noGrp="1"/>
          </p:cNvSpPr>
          <p:nvPr>
            <p:ph type="sldNum" sz="quarter" idx="12"/>
            <p:custDataLst>
              <p:tags r:id="rId17"/>
            </p:custDataLst>
          </p:nvPr>
        </p:nvSpPr>
        <p:spPr>
          <a:xfrm>
            <a:off x="8753983" y="6356350"/>
            <a:ext cx="2743200" cy="365125"/>
          </a:xfrm>
        </p:spPr>
        <p:txBody>
          <a:bodyPr/>
          <a:lstStyle>
            <a:lvl1pPr>
              <a:defRPr>
                <a:cs typeface="MiSans" panose="00000500000000000000" charset="-122"/>
              </a:defRPr>
            </a:lvl1pPr>
          </a:lstStyle>
          <a:p>
            <a:fld id="{565CE74E-AB26-4998-AD42-012C4C1AD076}" type="slidenum">
              <a:rPr lang="zh-CN" altLang="en-US" smtClean="0"/>
            </a:fld>
            <a:endParaRPr lang="zh-CN" altLang="en-US"/>
          </a:p>
        </p:txBody>
      </p:sp>
      <p:sp>
        <p:nvSpPr>
          <p:cNvPr id="2" name="文本占位符 1"/>
          <p:cNvSpPr>
            <a:spLocks noGrp="1"/>
          </p:cNvSpPr>
          <p:nvPr>
            <p:ph type="body" idx="1"/>
            <p:custDataLst>
              <p:tags r:id="rId18"/>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rgbClr val="116CEE"/>
              </a:buClr>
              <a:buSzTx/>
              <a:buChar char="●"/>
            </a:pPr>
            <a:r>
              <a:rPr lang="zh-CN" altLang="en-US" dirty="0"/>
              <a:t>单击此处编辑母版文本样式</a:t>
            </a:r>
            <a:endParaRPr lang="zh-CN" altLang="en-US" dirty="0"/>
          </a:p>
          <a:p>
            <a:pPr lvl="1">
              <a:buChar char="●"/>
              <a:tabLst>
                <a:tab pos="1609725" algn="l"/>
              </a:tabLst>
            </a:pPr>
            <a:r>
              <a:rPr lang="zh-CN" altLang="en-US" dirty="0"/>
              <a:t>二级</a:t>
            </a:r>
            <a:endParaRPr lang="zh-CN" altLang="en-US" dirty="0"/>
          </a:p>
          <a:p>
            <a:pPr lvl="2">
              <a:buChar char="●"/>
            </a:pPr>
            <a:r>
              <a:rPr lang="zh-CN" altLang="en-US" dirty="0"/>
              <a:t>三级</a:t>
            </a:r>
            <a:endParaRPr lang="zh-CN" altLang="en-US" dirty="0"/>
          </a:p>
          <a:p>
            <a:pPr lvl="3">
              <a:buFont typeface="Wingdings" panose="05000000000000000000" charset="0"/>
              <a:buChar char=""/>
            </a:pPr>
            <a:r>
              <a:rPr lang="zh-CN" altLang="en-US" dirty="0"/>
              <a:t>四级</a:t>
            </a:r>
            <a:endParaRPr lang="zh-CN" altLang="en-US" dirty="0"/>
          </a:p>
          <a:p>
            <a:pPr lvl="4"/>
            <a:r>
              <a:rPr lang="zh-CN" altLang="en-US" dirty="0"/>
              <a:t>五级</a:t>
            </a:r>
            <a:endParaRPr lang="zh-CN" altLang="en-US" dirty="0"/>
          </a:p>
        </p:txBody>
      </p:sp>
      <p:sp>
        <p:nvSpPr>
          <p:cNvPr id="3" name="标题占位符 2"/>
          <p:cNvSpPr>
            <a:spLocks noGrp="1"/>
          </p:cNvSpPr>
          <p:nvPr>
            <p:ph type="title"/>
            <p:custDataLst>
              <p:tags r:id="rId19"/>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zh-CN" altLang="en-US" dirty="0"/>
              <a:t>Click to edit Master title style</a:t>
            </a:r>
            <a:endParaRPr lang="zh-CN" altLang="en-US" dirty="0"/>
          </a:p>
        </p:txBody>
      </p:sp>
      <p:sp>
        <p:nvSpPr>
          <p:cNvPr id="4"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1"/>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kumimoji="0" lang="zh-CN" altLang="en-US" sz="3200" b="1" i="0" u="none" strike="noStrike" kern="1200" cap="none" spc="300" normalizeH="0" baseline="0" dirty="0" smtClean="0">
          <a:ln>
            <a:noFill/>
            <a:prstDash val="sysDot"/>
          </a:ln>
          <a:solidFill>
            <a:schemeClr val="accent1"/>
          </a:solidFill>
          <a:latin typeface="+mj-ea"/>
          <a:ea typeface="+mj-ea"/>
          <a:cs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panose="00000500000000000000" charset="-122"/>
          <a:sym typeface="+mn-ea"/>
        </a:defRPr>
      </a:lvl1pPr>
      <a:lvl2pPr marL="6858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6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2pPr>
      <a:lvl3pPr marL="11430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6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3pPr>
      <a:lvl4pPr marL="16002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4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4pPr>
      <a:lvl5pPr marL="20574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4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7" name="任意多边形: 形状 16"/>
          <p:cNvSpPr/>
          <p:nvPr userDrawn="1">
            <p:custDataLst>
              <p:tags r:id="rId13"/>
            </p:custDataLst>
          </p:nvPr>
        </p:nvSpPr>
        <p:spPr>
          <a:xfrm>
            <a:off x="11038205" y="5814695"/>
            <a:ext cx="1153795" cy="1043940"/>
          </a:xfrm>
          <a:custGeom>
            <a:avLst/>
            <a:gdLst>
              <a:gd name="connsiteX0" fmla="*/ 1663756 w 1663756"/>
              <a:gd name="connsiteY0" fmla="*/ 0 h 1505347"/>
              <a:gd name="connsiteX1" fmla="*/ 1663448 w 1663756"/>
              <a:gd name="connsiteY1" fmla="*/ 721124 h 1505347"/>
              <a:gd name="connsiteX2" fmla="*/ 1559311 w 1663756"/>
              <a:gd name="connsiteY2" fmla="*/ 738909 h 1505347"/>
              <a:gd name="connsiteX3" fmla="*/ 1345905 w 1663756"/>
              <a:gd name="connsiteY3" fmla="*/ 810930 h 1505347"/>
              <a:gd name="connsiteX4" fmla="*/ 761888 w 1663756"/>
              <a:gd name="connsiteY4" fmla="*/ 1432106 h 1505347"/>
              <a:gd name="connsiteX5" fmla="*/ 738539 w 1663756"/>
              <a:gd name="connsiteY5" fmla="*/ 1505347 h 1505347"/>
              <a:gd name="connsiteX6" fmla="*/ 699919 w 1663756"/>
              <a:gd name="connsiteY6" fmla="*/ 1504681 h 1505347"/>
              <a:gd name="connsiteX7" fmla="*/ 0 w 1663756"/>
              <a:gd name="connsiteY7" fmla="*/ 1505295 h 1505347"/>
              <a:gd name="connsiteX8" fmla="*/ 35272 w 1663756"/>
              <a:gd name="connsiteY8" fmla="*/ 1345860 h 1505347"/>
              <a:gd name="connsiteX9" fmla="*/ 1049799 w 1663756"/>
              <a:gd name="connsiteY9" fmla="*/ 155437 h 1505347"/>
              <a:gd name="connsiteX10" fmla="*/ 1580244 w 1663756"/>
              <a:gd name="connsiteY10" fmla="*/ 6378 h 1505347"/>
              <a:gd name="connsiteX11" fmla="*/ 1663756 w 1663756"/>
              <a:gd name="connsiteY11" fmla="*/ 0 h 150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3756" h="1505347">
                <a:moveTo>
                  <a:pt x="1663756" y="0"/>
                </a:moveTo>
                <a:lnTo>
                  <a:pt x="1663448" y="721124"/>
                </a:lnTo>
                <a:lnTo>
                  <a:pt x="1559311" y="738909"/>
                </a:lnTo>
                <a:cubicBezTo>
                  <a:pt x="1487335" y="755400"/>
                  <a:pt x="1415920" y="779302"/>
                  <a:pt x="1345905" y="810930"/>
                </a:cubicBezTo>
                <a:cubicBezTo>
                  <a:pt x="1065266" y="937703"/>
                  <a:pt x="863047" y="1165585"/>
                  <a:pt x="761888" y="1432106"/>
                </a:cubicBezTo>
                <a:lnTo>
                  <a:pt x="738539" y="1505347"/>
                </a:lnTo>
                <a:lnTo>
                  <a:pt x="699919" y="1504681"/>
                </a:lnTo>
                <a:lnTo>
                  <a:pt x="0" y="1505295"/>
                </a:lnTo>
                <a:lnTo>
                  <a:pt x="35272" y="1345860"/>
                </a:lnTo>
                <a:cubicBezTo>
                  <a:pt x="174165" y="835899"/>
                  <a:pt x="530762" y="389902"/>
                  <a:pt x="1049799" y="155437"/>
                </a:cubicBezTo>
                <a:cubicBezTo>
                  <a:pt x="1222812" y="77282"/>
                  <a:pt x="1401220" y="28037"/>
                  <a:pt x="1580244" y="6378"/>
                </a:cubicBezTo>
                <a:lnTo>
                  <a:pt x="1663756" y="0"/>
                </a:lnTo>
                <a:close/>
              </a:path>
            </a:pathLst>
          </a:custGeom>
          <a:gradFill flip="none" rotWithShape="1">
            <a:gsLst>
              <a:gs pos="18000">
                <a:schemeClr val="accent1">
                  <a:alpha val="0"/>
                </a:schemeClr>
              </a:gs>
              <a:gs pos="74000">
                <a:schemeClr val="accent1">
                  <a:alpha val="67000"/>
                </a:schemeClr>
              </a:gs>
            </a:gsLst>
            <a:lin ang="13500000" scaled="1"/>
            <a:tileRect/>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20" name="任意多边形: 形状 19"/>
          <p:cNvSpPr/>
          <p:nvPr userDrawn="1">
            <p:custDataLst>
              <p:tags r:id="rId14"/>
            </p:custDataLst>
          </p:nvPr>
        </p:nvSpPr>
        <p:spPr>
          <a:xfrm>
            <a:off x="-6092" y="2573"/>
            <a:ext cx="683878" cy="728321"/>
          </a:xfrm>
          <a:custGeom>
            <a:avLst/>
            <a:gdLst>
              <a:gd name="connsiteX0" fmla="*/ 604834 w 683878"/>
              <a:gd name="connsiteY0" fmla="*/ 0 h 728321"/>
              <a:gd name="connsiteX1" fmla="*/ 648236 w 683878"/>
              <a:gd name="connsiteY1" fmla="*/ 80864 h 728321"/>
              <a:gd name="connsiteX2" fmla="*/ 394224 w 683878"/>
              <a:gd name="connsiteY2" fmla="*/ 692631 h 728321"/>
              <a:gd name="connsiteX3" fmla="*/ 35673 w 683878"/>
              <a:gd name="connsiteY3" fmla="*/ 692469 h 728321"/>
              <a:gd name="connsiteX4" fmla="*/ 0 w 683878"/>
              <a:gd name="connsiteY4" fmla="*/ 673504 h 728321"/>
              <a:gd name="connsiteX5" fmla="*/ 45 w 683878"/>
              <a:gd name="connsiteY5" fmla="*/ 397741 h 728321"/>
              <a:gd name="connsiteX6" fmla="*/ 3110 w 683878"/>
              <a:gd name="connsiteY6" fmla="*/ 403451 h 728321"/>
              <a:gd name="connsiteX7" fmla="*/ 313115 w 683878"/>
              <a:gd name="connsiteY7" fmla="*/ 496476 h 728321"/>
              <a:gd name="connsiteX8" fmla="*/ 451989 w 683878"/>
              <a:gd name="connsiteY8" fmla="*/ 162010 h 728321"/>
              <a:gd name="connsiteX9" fmla="*/ 117459 w 683878"/>
              <a:gd name="connsiteY9" fmla="*/ 23293 h 728321"/>
              <a:gd name="connsiteX10" fmla="*/ 1825 w 683878"/>
              <a:gd name="connsiteY10" fmla="*/ 118421 h 728321"/>
              <a:gd name="connsiteX11" fmla="*/ 91 w 683878"/>
              <a:gd name="connsiteY11" fmla="*/ 121677 h 728321"/>
              <a:gd name="connsiteX12" fmla="*/ 111 w 683878"/>
              <a:gd name="connsiteY12" fmla="*/ 100 h 728321"/>
              <a:gd name="connsiteX13" fmla="*/ 604834 w 683878"/>
              <a:gd name="connsiteY13" fmla="*/ 0 h 72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3878" h="728321">
                <a:moveTo>
                  <a:pt x="604834" y="0"/>
                </a:moveTo>
                <a:lnTo>
                  <a:pt x="648236" y="80864"/>
                </a:lnTo>
                <a:cubicBezTo>
                  <a:pt x="747060" y="319863"/>
                  <a:pt x="633335" y="593761"/>
                  <a:pt x="394224" y="692631"/>
                </a:cubicBezTo>
                <a:cubicBezTo>
                  <a:pt x="274668" y="742067"/>
                  <a:pt x="146403" y="738385"/>
                  <a:pt x="35673" y="692469"/>
                </a:cubicBezTo>
                <a:lnTo>
                  <a:pt x="0" y="673504"/>
                </a:lnTo>
                <a:lnTo>
                  <a:pt x="45" y="397741"/>
                </a:lnTo>
                <a:lnTo>
                  <a:pt x="3110" y="403451"/>
                </a:lnTo>
                <a:cubicBezTo>
                  <a:pt x="69761" y="502135"/>
                  <a:pt x="198730" y="543773"/>
                  <a:pt x="313115" y="496476"/>
                </a:cubicBezTo>
                <a:cubicBezTo>
                  <a:pt x="443842" y="442421"/>
                  <a:pt x="506018" y="292676"/>
                  <a:pt x="451989" y="162010"/>
                </a:cubicBezTo>
                <a:cubicBezTo>
                  <a:pt x="397960" y="31345"/>
                  <a:pt x="248185" y="-30762"/>
                  <a:pt x="117459" y="23293"/>
                </a:cubicBezTo>
                <a:cubicBezTo>
                  <a:pt x="68436" y="43563"/>
                  <a:pt x="29053" y="77290"/>
                  <a:pt x="1825" y="118421"/>
                </a:cubicBezTo>
                <a:lnTo>
                  <a:pt x="91" y="121677"/>
                </a:lnTo>
                <a:lnTo>
                  <a:pt x="111" y="100"/>
                </a:lnTo>
                <a:lnTo>
                  <a:pt x="604834" y="0"/>
                </a:lnTo>
                <a:close/>
              </a:path>
            </a:pathLst>
          </a:custGeom>
          <a:gradFill flip="none" rotWithShape="1">
            <a:gsLst>
              <a:gs pos="33000">
                <a:schemeClr val="bg1">
                  <a:alpha val="0"/>
                </a:schemeClr>
              </a:gs>
              <a:gs pos="88000">
                <a:schemeClr val="accent1">
                  <a:alpha val="50000"/>
                </a:schemeClr>
              </a:gs>
            </a:gsLst>
            <a:path path="circle">
              <a:fillToRect r="100000" b="100000"/>
            </a:path>
            <a:tileRect l="-100000" t="-10000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0" name="日期占位符 9"/>
          <p:cNvSpPr>
            <a:spLocks noGrp="1"/>
          </p:cNvSpPr>
          <p:nvPr>
            <p:ph type="dt" sz="half" idx="10"/>
            <p:custDataLst>
              <p:tags r:id="rId15"/>
            </p:custDataLst>
          </p:nvPr>
        </p:nvSpPr>
        <p:spPr>
          <a:xfrm>
            <a:off x="695960" y="6356350"/>
            <a:ext cx="2743200" cy="365125"/>
          </a:xfrm>
        </p:spPr>
        <p:txBody>
          <a:bodyPr/>
          <a:lstStyle>
            <a:lvl1pPr>
              <a:defRPr>
                <a:cs typeface="MiSans" panose="00000500000000000000" charset="-122"/>
              </a:defRPr>
            </a:lvl1pPr>
          </a:lstStyle>
          <a:p>
            <a:fld id="{D997B5FA-0921-464F-AAE1-844C04324D75}" type="datetimeFigureOut">
              <a:rPr lang="zh-CN" altLang="en-US" smtClean="0"/>
            </a:fld>
            <a:endParaRPr lang="zh-CN" altLang="en-US"/>
          </a:p>
        </p:txBody>
      </p:sp>
      <p:sp>
        <p:nvSpPr>
          <p:cNvPr id="12" name="页脚占位符 11"/>
          <p:cNvSpPr>
            <a:spLocks noGrp="1"/>
          </p:cNvSpPr>
          <p:nvPr>
            <p:ph type="ftr" sz="quarter" idx="11"/>
            <p:custDataLst>
              <p:tags r:id="rId16"/>
            </p:custDataLst>
          </p:nvPr>
        </p:nvSpPr>
        <p:spPr>
          <a:xfrm>
            <a:off x="4038600" y="6356350"/>
            <a:ext cx="4114800" cy="365125"/>
          </a:xfrm>
        </p:spPr>
        <p:txBody>
          <a:bodyPr/>
          <a:lstStyle>
            <a:lvl1pPr>
              <a:defRPr>
                <a:cs typeface="MiSans" panose="00000500000000000000" charset="-122"/>
              </a:defRPr>
            </a:lvl1pPr>
          </a:lstStyle>
          <a:p>
            <a:endParaRPr lang="zh-CN" altLang="en-US"/>
          </a:p>
        </p:txBody>
      </p:sp>
      <p:sp>
        <p:nvSpPr>
          <p:cNvPr id="13" name="灯片编号占位符 12"/>
          <p:cNvSpPr>
            <a:spLocks noGrp="1"/>
          </p:cNvSpPr>
          <p:nvPr>
            <p:ph type="sldNum" sz="quarter" idx="12"/>
            <p:custDataLst>
              <p:tags r:id="rId17"/>
            </p:custDataLst>
          </p:nvPr>
        </p:nvSpPr>
        <p:spPr>
          <a:xfrm>
            <a:off x="8753983" y="6356350"/>
            <a:ext cx="2743200" cy="365125"/>
          </a:xfrm>
        </p:spPr>
        <p:txBody>
          <a:bodyPr/>
          <a:lstStyle>
            <a:lvl1pPr>
              <a:defRPr>
                <a:cs typeface="MiSans" panose="00000500000000000000" charset="-122"/>
              </a:defRPr>
            </a:lvl1pPr>
          </a:lstStyle>
          <a:p>
            <a:fld id="{565CE74E-AB26-4998-AD42-012C4C1AD076}" type="slidenum">
              <a:rPr lang="zh-CN" altLang="en-US" smtClean="0"/>
            </a:fld>
            <a:endParaRPr lang="zh-CN" altLang="en-US"/>
          </a:p>
        </p:txBody>
      </p:sp>
      <p:sp>
        <p:nvSpPr>
          <p:cNvPr id="2" name="文本占位符 1"/>
          <p:cNvSpPr>
            <a:spLocks noGrp="1"/>
          </p:cNvSpPr>
          <p:nvPr>
            <p:ph type="body" idx="1"/>
            <p:custDataLst>
              <p:tags r:id="rId18"/>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rgbClr val="116CEE"/>
              </a:buClr>
              <a:buSzTx/>
              <a:buChar char="●"/>
            </a:pPr>
            <a:r>
              <a:rPr lang="zh-CN" altLang="en-US" dirty="0"/>
              <a:t>单击此处编辑母版文本样式</a:t>
            </a:r>
            <a:endParaRPr lang="zh-CN" altLang="en-US" dirty="0"/>
          </a:p>
          <a:p>
            <a:pPr lvl="1">
              <a:buChar char="●"/>
              <a:tabLst>
                <a:tab pos="1609725" algn="l"/>
              </a:tabLst>
            </a:pPr>
            <a:r>
              <a:rPr lang="zh-CN" altLang="en-US" dirty="0"/>
              <a:t>二级</a:t>
            </a:r>
            <a:endParaRPr lang="zh-CN" altLang="en-US" dirty="0"/>
          </a:p>
          <a:p>
            <a:pPr lvl="2">
              <a:buChar char="●"/>
            </a:pPr>
            <a:r>
              <a:rPr lang="zh-CN" altLang="en-US" dirty="0"/>
              <a:t>三级</a:t>
            </a:r>
            <a:endParaRPr lang="zh-CN" altLang="en-US" dirty="0"/>
          </a:p>
          <a:p>
            <a:pPr lvl="3">
              <a:buFont typeface="Wingdings" panose="05000000000000000000" charset="0"/>
              <a:buChar char=""/>
            </a:pPr>
            <a:r>
              <a:rPr lang="zh-CN" altLang="en-US" dirty="0"/>
              <a:t>四级</a:t>
            </a:r>
            <a:endParaRPr lang="zh-CN" altLang="en-US" dirty="0"/>
          </a:p>
          <a:p>
            <a:pPr lvl="4"/>
            <a:r>
              <a:rPr lang="zh-CN" altLang="en-US" dirty="0"/>
              <a:t>五级</a:t>
            </a:r>
            <a:endParaRPr lang="zh-CN" altLang="en-US" dirty="0"/>
          </a:p>
        </p:txBody>
      </p:sp>
      <p:sp>
        <p:nvSpPr>
          <p:cNvPr id="3" name="标题占位符 2"/>
          <p:cNvSpPr>
            <a:spLocks noGrp="1"/>
          </p:cNvSpPr>
          <p:nvPr>
            <p:ph type="title"/>
            <p:custDataLst>
              <p:tags r:id="rId19"/>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zh-CN" altLang="en-US" dirty="0"/>
              <a:t>Click to edit Master title style</a:t>
            </a:r>
            <a:endParaRPr lang="zh-CN" altLang="en-US" dirty="0"/>
          </a:p>
        </p:txBody>
      </p:sp>
      <p:sp>
        <p:nvSpPr>
          <p:cNvPr id="4"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kumimoji="0" lang="zh-CN" altLang="en-US" sz="3200" b="1" i="0" u="none" strike="noStrike" kern="1200" cap="none" spc="300" normalizeH="0" baseline="0" dirty="0" smtClean="0">
          <a:ln>
            <a:noFill/>
            <a:prstDash val="sysDot"/>
          </a:ln>
          <a:solidFill>
            <a:schemeClr val="accent1"/>
          </a:solidFill>
          <a:latin typeface="+mj-ea"/>
          <a:ea typeface="+mj-ea"/>
          <a:cs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panose="00000500000000000000" charset="-122"/>
          <a:sym typeface="+mn-ea"/>
        </a:defRPr>
      </a:lvl1pPr>
      <a:lvl2pPr marL="6858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6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2pPr>
      <a:lvl3pPr marL="11430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6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3pPr>
      <a:lvl4pPr marL="16002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4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4pPr>
      <a:lvl5pPr marL="2057400" marR="0" indent="-228600" algn="l" defTabSz="914400" rtl="0" eaLnBrk="1" fontAlgn="auto" latinLnBrk="0" hangingPunct="1">
        <a:lnSpc>
          <a:spcPct val="120000"/>
        </a:lnSpc>
        <a:spcBef>
          <a:spcPts val="1200"/>
        </a:spcBef>
        <a:spcAft>
          <a:spcPts val="0"/>
        </a:spcAft>
        <a:buClr>
          <a:srgbClr val="116CEE"/>
        </a:buClr>
        <a:buFont typeface="Arial" panose="020B0604020202020204" pitchFamily="34" charset="0"/>
        <a:buChar char="•"/>
        <a:defRPr kumimoji="0" lang="zh-CN" altLang="en-US" sz="1400" b="0" i="0" u="none" strike="noStrike" kern="1200" cap="none" spc="150" normalizeH="0" baseline="0" dirty="0">
          <a:solidFill>
            <a:schemeClr val="tx1">
              <a:lumMod val="50000"/>
              <a:lumOff val="50000"/>
            </a:schemeClr>
          </a:solidFill>
          <a:uFillTx/>
          <a:latin typeface="+mn-ea"/>
          <a:ea typeface="+mn-ea"/>
          <a:cs typeface="MiSans"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0.xml"/><Relationship Id="rId4" Type="http://schemas.openxmlformats.org/officeDocument/2006/relationships/tags" Target="../tags/tag279.xml"/><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31.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4.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7" Type="http://schemas.openxmlformats.org/officeDocument/2006/relationships/slideLayout" Target="../slideLayouts/slideLayout24.xml"/><Relationship Id="rId16" Type="http://schemas.openxmlformats.org/officeDocument/2006/relationships/tags" Target="../tags/tag304.xml"/><Relationship Id="rId15" Type="http://schemas.openxmlformats.org/officeDocument/2006/relationships/tags" Target="../tags/tag303.xml"/><Relationship Id="rId14" Type="http://schemas.openxmlformats.org/officeDocument/2006/relationships/tags" Target="../tags/tag302.xml"/><Relationship Id="rId13" Type="http://schemas.openxmlformats.org/officeDocument/2006/relationships/tags" Target="../tags/tag301.xml"/><Relationship Id="rId12" Type="http://schemas.openxmlformats.org/officeDocument/2006/relationships/tags" Target="../tags/tag300.xml"/><Relationship Id="rId11" Type="http://schemas.openxmlformats.org/officeDocument/2006/relationships/tags" Target="../tags/tag299.xml"/><Relationship Id="rId10" Type="http://schemas.openxmlformats.org/officeDocument/2006/relationships/tags" Target="../tags/tag298.xml"/><Relationship Id="rId1" Type="http://schemas.openxmlformats.org/officeDocument/2006/relationships/tags" Target="../tags/tag289.xml"/></Relationships>
</file>

<file path=ppt/slides/_rels/slide5.xml.rels><?xml version="1.0" encoding="UTF-8" standalone="yes"?>
<Relationships xmlns="http://schemas.openxmlformats.org/package/2006/relationships"><Relationship Id="rId9" Type="http://schemas.openxmlformats.org/officeDocument/2006/relationships/tags" Target="../tags/tag313.xml"/><Relationship Id="rId8" Type="http://schemas.openxmlformats.org/officeDocument/2006/relationships/tags" Target="../tags/tag312.xml"/><Relationship Id="rId7" Type="http://schemas.openxmlformats.org/officeDocument/2006/relationships/tags" Target="../tags/tag311.xml"/><Relationship Id="rId6" Type="http://schemas.openxmlformats.org/officeDocument/2006/relationships/tags" Target="../tags/tag310.xml"/><Relationship Id="rId5" Type="http://schemas.openxmlformats.org/officeDocument/2006/relationships/tags" Target="../tags/tag309.xml"/><Relationship Id="rId4" Type="http://schemas.openxmlformats.org/officeDocument/2006/relationships/tags" Target="../tags/tag308.xml"/><Relationship Id="rId3" Type="http://schemas.openxmlformats.org/officeDocument/2006/relationships/tags" Target="../tags/tag307.xml"/><Relationship Id="rId20" Type="http://schemas.openxmlformats.org/officeDocument/2006/relationships/slideLayout" Target="../slideLayouts/slideLayout24.xml"/><Relationship Id="rId2" Type="http://schemas.openxmlformats.org/officeDocument/2006/relationships/tags" Target="../tags/tag306.xml"/><Relationship Id="rId19" Type="http://schemas.openxmlformats.org/officeDocument/2006/relationships/tags" Target="../tags/tag323.xml"/><Relationship Id="rId18" Type="http://schemas.openxmlformats.org/officeDocument/2006/relationships/tags" Target="../tags/tag322.xml"/><Relationship Id="rId17" Type="http://schemas.openxmlformats.org/officeDocument/2006/relationships/tags" Target="../tags/tag321.xml"/><Relationship Id="rId16" Type="http://schemas.openxmlformats.org/officeDocument/2006/relationships/tags" Target="../tags/tag320.xml"/><Relationship Id="rId15" Type="http://schemas.openxmlformats.org/officeDocument/2006/relationships/tags" Target="../tags/tag319.xml"/><Relationship Id="rId14" Type="http://schemas.openxmlformats.org/officeDocument/2006/relationships/tags" Target="../tags/tag318.xml"/><Relationship Id="rId13" Type="http://schemas.openxmlformats.org/officeDocument/2006/relationships/tags" Target="../tags/tag317.xml"/><Relationship Id="rId12" Type="http://schemas.openxmlformats.org/officeDocument/2006/relationships/tags" Target="../tags/tag316.xml"/><Relationship Id="rId11" Type="http://schemas.openxmlformats.org/officeDocument/2006/relationships/tags" Target="../tags/tag315.xml"/><Relationship Id="rId10" Type="http://schemas.openxmlformats.org/officeDocument/2006/relationships/tags" Target="../tags/tag314.xml"/><Relationship Id="rId1" Type="http://schemas.openxmlformats.org/officeDocument/2006/relationships/tags" Target="../tags/tag30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24.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25.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32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2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28.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29.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1" Type="http://schemas.openxmlformats.org/officeDocument/2006/relationships/slideLayout" Target="../slideLayouts/slideLayout32.xml"/><Relationship Id="rId20" Type="http://schemas.openxmlformats.org/officeDocument/2006/relationships/tags" Target="../tags/tag349.xml"/><Relationship Id="rId2" Type="http://schemas.openxmlformats.org/officeDocument/2006/relationships/tags" Target="../tags/tag331.xml"/><Relationship Id="rId19" Type="http://schemas.openxmlformats.org/officeDocument/2006/relationships/tags" Target="../tags/tag348.xml"/><Relationship Id="rId18" Type="http://schemas.openxmlformats.org/officeDocument/2006/relationships/tags" Target="../tags/tag347.xml"/><Relationship Id="rId17" Type="http://schemas.openxmlformats.org/officeDocument/2006/relationships/tags" Target="../tags/tag346.xml"/><Relationship Id="rId16" Type="http://schemas.openxmlformats.org/officeDocument/2006/relationships/tags" Target="../tags/tag345.xml"/><Relationship Id="rId15" Type="http://schemas.openxmlformats.org/officeDocument/2006/relationships/tags" Target="../tags/tag344.xml"/><Relationship Id="rId14" Type="http://schemas.openxmlformats.org/officeDocument/2006/relationships/tags" Target="../tags/tag343.xml"/><Relationship Id="rId13" Type="http://schemas.openxmlformats.org/officeDocument/2006/relationships/tags" Target="../tags/tag342.xml"/><Relationship Id="rId12" Type="http://schemas.openxmlformats.org/officeDocument/2006/relationships/tags" Target="../tags/tag341.xml"/><Relationship Id="rId11" Type="http://schemas.openxmlformats.org/officeDocument/2006/relationships/tags" Target="../tags/tag340.xml"/><Relationship Id="rId10" Type="http://schemas.openxmlformats.org/officeDocument/2006/relationships/tags" Target="../tags/tag339.xml"/><Relationship Id="rId1" Type="http://schemas.openxmlformats.org/officeDocument/2006/relationships/tags" Target="../tags/tag33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tags" Target="../tags/tag35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352.xml"/><Relationship Id="rId1" Type="http://schemas.openxmlformats.org/officeDocument/2006/relationships/tags" Target="../tags/tag3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idx="16389"/>
            <p:custDataLst>
              <p:tags r:id="rId1"/>
            </p:custDataLst>
          </p:nvPr>
        </p:nvSpPr>
        <p:spPr>
          <a:xfrm>
            <a:off x="1015960" y="1321435"/>
            <a:ext cx="6097058" cy="457200"/>
          </a:xfrm>
        </p:spPr>
        <p:txBody>
          <a:bodyPr/>
          <a:p>
            <a:r>
              <a:rPr lang="en-US" altLang="en-US">
                <a:ln>
                  <a:noFill/>
                  <a:prstDash val="sysDot"/>
                </a:ln>
                <a:solidFill>
                  <a:schemeClr val="accent1">
                    <a:lumMod val="60000"/>
                    <a:lumOff val="40000"/>
                  </a:schemeClr>
                </a:solidFill>
                <a:uFillTx/>
              </a:rPr>
              <a:t>I</a:t>
            </a:r>
            <a:r>
              <a:rPr lang="en-US" altLang="zh-CN">
                <a:ln>
                  <a:noFill/>
                  <a:prstDash val="sysDot"/>
                </a:ln>
                <a:solidFill>
                  <a:schemeClr val="accent1">
                    <a:lumMod val="60000"/>
                    <a:lumOff val="40000"/>
                  </a:schemeClr>
                </a:solidFill>
                <a:uFillTx/>
              </a:rPr>
              <a:t>nternship P</a:t>
            </a:r>
            <a:r>
              <a:rPr lang="en-IN">
                <a:ln>
                  <a:noFill/>
                  <a:prstDash val="sysDot"/>
                </a:ln>
                <a:solidFill>
                  <a:schemeClr val="accent1">
                    <a:lumMod val="60000"/>
                    <a:lumOff val="40000"/>
                  </a:schemeClr>
                </a:solidFill>
                <a:uFillTx/>
              </a:rPr>
              <a:t>r</a:t>
            </a:r>
            <a:r>
              <a:rPr lang="en-US" altLang="zh-CN">
                <a:ln>
                  <a:noFill/>
                  <a:prstDash val="sysDot"/>
                </a:ln>
                <a:solidFill>
                  <a:schemeClr val="accent1">
                    <a:lumMod val="60000"/>
                    <a:lumOff val="40000"/>
                  </a:schemeClr>
                </a:solidFill>
                <a:uFillTx/>
              </a:rPr>
              <a:t>oject</a:t>
            </a:r>
            <a:endParaRPr lang="en-US" altLang="en-US"/>
          </a:p>
        </p:txBody>
      </p:sp>
      <p:sp>
        <p:nvSpPr>
          <p:cNvPr id="3" name="标题"/>
          <p:cNvSpPr>
            <a:spLocks noGrp="1"/>
          </p:cNvSpPr>
          <p:nvPr>
            <p:ph type="title" idx="16388"/>
            <p:custDataLst>
              <p:tags r:id="rId2"/>
            </p:custDataLst>
          </p:nvPr>
        </p:nvSpPr>
        <p:spPr>
          <a:xfrm>
            <a:off x="1015960" y="1798955"/>
            <a:ext cx="8567209" cy="2540000"/>
          </a:xfrm>
        </p:spPr>
        <p:txBody>
          <a:bodyPr>
            <a:noAutofit/>
          </a:bodyPr>
          <a:p>
            <a:r>
              <a:rPr lang="en-US" altLang="zh-CN" sz="3600"/>
              <a:t>E-Commerce Cohort Retention &amp; Customer Lifetime Value Analysis</a:t>
            </a:r>
            <a:br>
              <a:rPr lang="en-US" altLang="zh-CN" sz="3600"/>
            </a:br>
            <a:r>
              <a:rPr lang="en-US" altLang="zh-CN" sz="2000">
                <a:latin typeface="Calibri" panose="020F0502020204030204" charset="0"/>
                <a:ea typeface="Calibri" panose="020F0502020204030204" charset="0"/>
                <a:cs typeface="Calibri" panose="020F0502020204030204" charset="0"/>
              </a:rPr>
              <a:t>Understanding Customer Retention, Churn Patterns &amp; Lifetime Value through Cohort and Retenion Analytics</a:t>
            </a:r>
            <a:endParaRPr lang="en-US" altLang="zh-CN" sz="2000">
              <a:latin typeface="Calibri" panose="020F0502020204030204" charset="0"/>
              <a:ea typeface="Calibri" panose="020F0502020204030204" charset="0"/>
              <a:cs typeface="Calibri" panose="020F0502020204030204" charset="0"/>
            </a:endParaRPr>
          </a:p>
        </p:txBody>
      </p:sp>
      <p:sp>
        <p:nvSpPr>
          <p:cNvPr id="4" name="署名占位符 10"/>
          <p:cNvSpPr>
            <a:spLocks noGrp="1"/>
          </p:cNvSpPr>
          <p:nvPr>
            <p:ph type="body" sz="quarter" idx="16390"/>
            <p:custDataLst>
              <p:tags r:id="rId3"/>
            </p:custDataLst>
          </p:nvPr>
        </p:nvSpPr>
        <p:spPr>
          <a:xfrm>
            <a:off x="1015960" y="3748246"/>
            <a:ext cx="3552913" cy="533400"/>
          </a:xfrm>
        </p:spPr>
        <p:txBody>
          <a:bodyPr>
            <a:normAutofit/>
          </a:bodyPr>
          <a:p>
            <a:r>
              <a:rPr lang="zh-CN" altLang="en-US" sz="1600">
                <a:ln>
                  <a:noFill/>
                  <a:prstDash val="sysDot"/>
                </a:ln>
                <a:solidFill>
                  <a:srgbClr val="FFFFFF"/>
                </a:solidFill>
                <a:uFillTx/>
              </a:rPr>
              <a:t>P</a:t>
            </a:r>
            <a:r>
              <a:rPr lang="en-US" altLang="zh-CN" sz="1600">
                <a:ln>
                  <a:noFill/>
                  <a:prstDash val="sysDot"/>
                </a:ln>
                <a:solidFill>
                  <a:srgbClr val="FFFFFF"/>
                </a:solidFill>
                <a:uFillTx/>
              </a:rPr>
              <a:t>rep</a:t>
            </a:r>
            <a:r>
              <a:rPr lang="en-US" altLang="zh-CN" sz="1600">
                <a:ln>
                  <a:noFill/>
                  <a:prstDash val="sysDot"/>
                </a:ln>
                <a:solidFill>
                  <a:srgbClr val="FFFFFF"/>
                </a:solidFill>
                <a:uFillTx/>
                <a:cs typeface="Arial" panose="020B0604020202020204" pitchFamily="34" charset="0"/>
              </a:rPr>
              <a:t>ared by </a:t>
            </a:r>
            <a:r>
              <a:rPr lang="zh-CN" altLang="en-US" sz="1600"/>
              <a:t>: Yusuf Bahrainwala</a:t>
            </a:r>
            <a:endParaRPr lang="zh-CN" altLang="en-US" sz="1600"/>
          </a:p>
        </p:txBody>
      </p:sp>
      <p:sp>
        <p:nvSpPr>
          <p:cNvPr id="6" name="Text Box 5"/>
          <p:cNvSpPr txBox="1"/>
          <p:nvPr userDrawn="1"/>
        </p:nvSpPr>
        <p:spPr>
          <a:xfrm>
            <a:off x="1015960" y="4862513"/>
            <a:ext cx="6940550" cy="337185"/>
          </a:xfrm>
          <a:prstGeom prst="rect">
            <a:avLst/>
          </a:prstGeom>
        </p:spPr>
        <p:txBody>
          <a:bodyPr wrap="none" rtlCol="0">
            <a:spAutoFit/>
          </a:bodyPr>
          <a:p>
            <a:r>
              <a:rPr lang="en-US" altLang="zh-CN" sz="1600" b="1"/>
              <a:t>Tools </a:t>
            </a:r>
            <a:r>
              <a:rPr lang="en-US" altLang="zh-CN" sz="1600" b="1">
                <a:solidFill>
                  <a:schemeClr val="tx1"/>
                </a:solidFill>
              </a:rPr>
              <a:t>Stack</a:t>
            </a:r>
            <a:r>
              <a:rPr lang="en-US" altLang="zh-CN" sz="1600" b="1"/>
              <a:t> :</a:t>
            </a:r>
            <a:r>
              <a:rPr lang="en-US" altLang="zh-CN" sz="1600"/>
              <a:t> Python ( pandas, numpy, matplolib ), DAX, PowerBI, GitHub </a:t>
            </a:r>
            <a:endParaRPr lang="zh-CN" altLang="en-US" sz="1600"/>
          </a:p>
        </p:txBody>
      </p:sp>
      <p:sp>
        <p:nvSpPr>
          <p:cNvPr id="12" name="Text Box 11"/>
          <p:cNvSpPr txBox="1"/>
          <p:nvPr userDrawn="1"/>
        </p:nvSpPr>
        <p:spPr>
          <a:xfrm>
            <a:off x="1015960" y="4566603"/>
            <a:ext cx="6356985" cy="337185"/>
          </a:xfrm>
          <a:prstGeom prst="rect">
            <a:avLst/>
          </a:prstGeom>
        </p:spPr>
        <p:txBody>
          <a:bodyPr wrap="none" rtlCol="0">
            <a:spAutoFit/>
          </a:bodyPr>
          <a:p>
            <a:r>
              <a:rPr lang="en-IN" altLang="en-US" sz="1600" b="1"/>
              <a:t>Project Domain :</a:t>
            </a:r>
            <a:r>
              <a:rPr lang="en-IN" altLang="en-US" sz="1600"/>
              <a:t> E-commerce Cohort Retention and CLTV Analysis</a:t>
            </a:r>
            <a:endParaRPr lang="en-IN" altLang="en-US" sz="1600"/>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p:nvPr>
            <p:ph type="ctrTitle" idx="16385"/>
            <p:custDataLst>
              <p:tags r:id="rId1"/>
            </p:custDataLst>
          </p:nvPr>
        </p:nvSpPr>
        <p:spPr>
          <a:xfrm>
            <a:off x="609600" y="1128713"/>
            <a:ext cx="10972800" cy="609600"/>
          </a:xfrm>
        </p:spPr>
        <p:txBody>
          <a:bodyPr/>
          <a:p>
            <a:r>
              <a:rPr lang="en-US" altLang="zh-CN" sz="3200" b="1">
                <a:solidFill>
                  <a:schemeClr val="accent1"/>
                </a:solidFill>
                <a:latin typeface="Calibri" panose="020F0502020204030204" charset="0"/>
                <a:cs typeface="Calibri" panose="020F0502020204030204" charset="0"/>
              </a:rPr>
              <a:t>Executive Problem Statement</a:t>
            </a:r>
            <a:endParaRPr lang="en-US" altLang="zh-CN" sz="3200" b="1">
              <a:solidFill>
                <a:schemeClr val="accent1"/>
              </a:solidFill>
              <a:latin typeface="Calibri" panose="020F0502020204030204" charset="0"/>
              <a:cs typeface="Calibri" panose="020F0502020204030204" charset="0"/>
            </a:endParaRPr>
          </a:p>
        </p:txBody>
      </p:sp>
      <p:sp>
        <p:nvSpPr>
          <p:cNvPr id="3" name="文本占位符 2"/>
          <p:cNvSpPr>
            <a:spLocks noGrp="1"/>
          </p:cNvSpPr>
          <p:nvPr>
            <p:ph type="body" idx="16386"/>
            <p:custDataLst>
              <p:tags r:id="rId2"/>
            </p:custDataLst>
          </p:nvPr>
        </p:nvSpPr>
        <p:spPr/>
        <p:txBody>
          <a:bodyPr>
            <a:normAutofit/>
          </a:bodyPr>
          <a:p>
            <a:pPr algn="l">
              <a:lnSpc>
                <a:spcPct val="111000"/>
              </a:lnSpc>
            </a:pPr>
            <a:r>
              <a:rPr lang="en-US" altLang="zh-CN" b="1">
                <a:latin typeface="Calibri" panose="020F0502020204030204" charset="0"/>
                <a:cs typeface="Calibri" panose="020F0502020204030204" charset="0"/>
              </a:rPr>
              <a:t>Business Challenge</a:t>
            </a:r>
            <a:endParaRPr lang="en-US" altLang="zh-CN" b="1">
              <a:latin typeface="Calibri" panose="020F0502020204030204" charset="0"/>
              <a:cs typeface="Calibri" panose="020F0502020204030204" charset="0"/>
            </a:endParaRPr>
          </a:p>
        </p:txBody>
      </p:sp>
      <p:sp>
        <p:nvSpPr>
          <p:cNvPr id="4" name="文本占位符 3"/>
          <p:cNvSpPr>
            <a:spLocks noGrp="1"/>
          </p:cNvSpPr>
          <p:nvPr>
            <p:ph type="body" idx="16387"/>
            <p:custDataLst>
              <p:tags r:id="rId3"/>
            </p:custDataLst>
          </p:nvPr>
        </p:nvSpPr>
        <p:spPr>
          <a:xfrm>
            <a:off x="609595" y="2689236"/>
            <a:ext cx="5181600" cy="2250321"/>
          </a:xfrm>
        </p:spPr>
        <p:txBody>
          <a:bodyPr>
            <a:normAutofit/>
          </a:bodyPr>
          <a:p>
            <a:pPr algn="l">
              <a:lnSpc>
                <a:spcPct val="125000"/>
              </a:lnSpc>
            </a:pPr>
            <a:r>
              <a:rPr lang="en-US" altLang="zh-CN">
                <a:latin typeface="Calibri" panose="020F0502020204030204" charset="0"/>
                <a:cs typeface="Calibri" panose="020F0502020204030204" charset="0"/>
              </a:rPr>
              <a:t>Acquiring new customers is significantly more expensive than retaining existing ones. While many businesses focus on customer acquisition, they often overlook how long customers stay engaged and how much value they generate over time. Without understanding customer retention and lifetime value, organizations risk increasing acquisition costs while experiencing declining profitability.</a:t>
            </a:r>
            <a:endParaRPr lang="en-US" altLang="zh-CN">
              <a:latin typeface="Calibri" panose="020F0502020204030204" charset="0"/>
              <a:cs typeface="Calibri" panose="020F0502020204030204" charset="0"/>
            </a:endParaRPr>
          </a:p>
        </p:txBody>
      </p:sp>
      <p:sp>
        <p:nvSpPr>
          <p:cNvPr id="11" name="Text Placeholder 10"/>
          <p:cNvSpPr/>
          <p:nvPr>
            <p:ph type="body" idx="16388"/>
            <p:custDataLst>
              <p:tags r:id="rId4"/>
            </p:custDataLst>
          </p:nvPr>
        </p:nvSpPr>
        <p:spPr>
          <a:xfrm>
            <a:off x="6400800" y="2082760"/>
            <a:ext cx="5181600" cy="406400"/>
          </a:xfrm>
        </p:spPr>
        <p:txBody>
          <a:bodyPr/>
          <a:p>
            <a:r>
              <a:rPr lang="en-US" altLang="zh-CN" b="1">
                <a:latin typeface="Calibri" panose="020F0502020204030204" charset="0"/>
                <a:cs typeface="Calibri" panose="020F0502020204030204" charset="0"/>
              </a:rPr>
              <a:t>Project Goal</a:t>
            </a:r>
            <a:endParaRPr lang="en-US" altLang="zh-CN" b="1">
              <a:latin typeface="Calibri" panose="020F0502020204030204" charset="0"/>
              <a:cs typeface="Calibri" panose="020F0502020204030204" charset="0"/>
            </a:endParaRPr>
          </a:p>
        </p:txBody>
      </p:sp>
      <p:sp>
        <p:nvSpPr>
          <p:cNvPr id="6" name="文本占位符 5"/>
          <p:cNvSpPr>
            <a:spLocks noGrp="1"/>
          </p:cNvSpPr>
          <p:nvPr>
            <p:ph type="body" idx="16389"/>
            <p:custDataLst>
              <p:tags r:id="rId5"/>
            </p:custDataLst>
          </p:nvPr>
        </p:nvSpPr>
        <p:spPr/>
        <p:txBody>
          <a:bodyPr>
            <a:normAutofit/>
          </a:bodyPr>
          <a:p>
            <a:pPr algn="l">
              <a:lnSpc>
                <a:spcPct val="125000"/>
              </a:lnSpc>
            </a:pPr>
            <a:r>
              <a:rPr lang="en-US" altLang="en-US">
                <a:latin typeface="Calibri" panose="020F0502020204030204" charset="0"/>
                <a:cs typeface="Calibri" panose="020F0502020204030204" charset="0"/>
              </a:rPr>
              <a:t>This project applies Cohort Analysis and Customer Lifetime Value (CLTV) Analysis to evaluate customer behavior after acquisition. By grouping customers based on their first purchase month, the analysis identifies retention trends, measures customer value, and uncovers opportunities to improve long-term business growth.</a:t>
            </a:r>
            <a:endParaRPr lang="en-US" altLang="en-US">
              <a:latin typeface="Calibri" panose="020F0502020204030204" charset="0"/>
              <a:cs typeface="Calibri" panose="020F0502020204030204" charset="0"/>
            </a:endParaRPr>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占位符 2"/>
          <p:cNvSpPr>
            <a:spLocks noGrp="1"/>
          </p:cNvSpPr>
          <p:nvPr>
            <p:ph type="body" idx="16386"/>
            <p:custDataLst>
              <p:tags r:id="rId1"/>
            </p:custDataLst>
          </p:nvPr>
        </p:nvSpPr>
        <p:spPr>
          <a:xfrm>
            <a:off x="761471" y="782955"/>
            <a:ext cx="2363258" cy="457200"/>
          </a:xfrm>
        </p:spPr>
        <p:txBody>
          <a:bodyPr>
            <a:normAutofit/>
          </a:bodyPr>
          <a:p>
            <a:pPr algn="l">
              <a:lnSpc>
                <a:spcPct val="111000"/>
              </a:lnSpc>
            </a:pPr>
            <a:r>
              <a:rPr lang="en-IN">
                <a:latin typeface="Calibri" panose="020F0502020204030204" charset="0"/>
                <a:cs typeface="Calibri" panose="020F0502020204030204" charset="0"/>
              </a:rPr>
              <a:t>Dataset Overview</a:t>
            </a:r>
            <a:endParaRPr lang="en-IN">
              <a:latin typeface="Calibri" panose="020F0502020204030204" charset="0"/>
              <a:cs typeface="Calibri" panose="020F0502020204030204" charset="0"/>
            </a:endParaRPr>
          </a:p>
        </p:txBody>
      </p:sp>
      <p:graphicFrame>
        <p:nvGraphicFramePr>
          <p:cNvPr id="25" name="Table 24"/>
          <p:cNvGraphicFramePr/>
          <p:nvPr>
            <p:custDataLst>
              <p:tags r:id="rId2"/>
            </p:custDataLst>
          </p:nvPr>
        </p:nvGraphicFramePr>
        <p:xfrm>
          <a:off x="761365" y="1283970"/>
          <a:ext cx="5142230" cy="4613910"/>
        </p:xfrm>
        <a:graphic>
          <a:graphicData uri="http://schemas.openxmlformats.org/drawingml/2006/table">
            <a:tbl>
              <a:tblPr firstRow="1" bandRow="1">
                <a:tableStyleId>{5C22544A-7EE6-4342-B048-85BDC9FD1C3A}</a:tableStyleId>
              </a:tblPr>
              <a:tblGrid>
                <a:gridCol w="2571115"/>
                <a:gridCol w="2571115"/>
              </a:tblGrid>
              <a:tr h="659130">
                <a:tc>
                  <a:txBody>
                    <a:bodyPr/>
                    <a:p>
                      <a:pPr algn="ctr">
                        <a:buNone/>
                      </a:pPr>
                      <a:r>
                        <a:rPr lang="en-IN" altLang="en-US" sz="1400"/>
                        <a:t>Aspect</a:t>
                      </a:r>
                      <a:endParaRPr lang="en-IN" altLang="en-US" sz="1400"/>
                    </a:p>
                  </a:txBody>
                  <a:tcPr anchor="ctr" anchorCtr="0"/>
                </a:tc>
                <a:tc>
                  <a:txBody>
                    <a:bodyPr/>
                    <a:p>
                      <a:pPr algn="ctr">
                        <a:buNone/>
                      </a:pPr>
                      <a:r>
                        <a:rPr lang="en-IN" altLang="en-US" sz="1400"/>
                        <a:t>Details</a:t>
                      </a:r>
                      <a:endParaRPr lang="en-IN" altLang="en-US" sz="1400"/>
                    </a:p>
                  </a:txBody>
                  <a:tcPr anchor="ctr" anchorCtr="0"/>
                </a:tc>
              </a:tr>
              <a:tr h="659130">
                <a:tc>
                  <a:txBody>
                    <a:bodyPr/>
                    <a:p>
                      <a:pPr algn="ctr">
                        <a:buNone/>
                      </a:pPr>
                      <a:r>
                        <a:rPr lang="en-IN" altLang="en-US" sz="1400"/>
                        <a:t>Data Type</a:t>
                      </a:r>
                      <a:endParaRPr lang="en-IN" altLang="en-US" sz="1400"/>
                    </a:p>
                  </a:txBody>
                  <a:tcPr anchor="ctr" anchorCtr="0"/>
                </a:tc>
                <a:tc>
                  <a:txBody>
                    <a:bodyPr/>
                    <a:p>
                      <a:pPr algn="ctr">
                        <a:buNone/>
                      </a:pPr>
                      <a:r>
                        <a:rPr lang="en-IN" altLang="en-US" sz="1400"/>
                        <a:t>E-commerce Transactional Data</a:t>
                      </a:r>
                      <a:endParaRPr lang="en-IN" altLang="en-US" sz="1400"/>
                    </a:p>
                  </a:txBody>
                  <a:tcPr anchor="ctr" anchorCtr="0"/>
                </a:tc>
              </a:tr>
              <a:tr h="659130">
                <a:tc>
                  <a:txBody>
                    <a:bodyPr/>
                    <a:p>
                      <a:pPr algn="ctr">
                        <a:buNone/>
                      </a:pPr>
                      <a:r>
                        <a:rPr lang="en-IN" altLang="en-US" sz="1400"/>
                        <a:t>Analysis Period</a:t>
                      </a:r>
                      <a:endParaRPr lang="en-IN" altLang="en-US" sz="1400"/>
                    </a:p>
                  </a:txBody>
                  <a:tcPr anchor="ctr" anchorCtr="0"/>
                </a:tc>
                <a:tc>
                  <a:txBody>
                    <a:bodyPr/>
                    <a:p>
                      <a:pPr algn="ctr">
                        <a:buNone/>
                      </a:pPr>
                      <a:r>
                        <a:rPr lang="en-IN" altLang="en-US" sz="1400"/>
                        <a:t>Oct 2016 - Aug 2018</a:t>
                      </a:r>
                      <a:endParaRPr lang="en-IN" altLang="en-US" sz="1400"/>
                    </a:p>
                  </a:txBody>
                  <a:tcPr anchor="ctr" anchorCtr="0"/>
                </a:tc>
              </a:tr>
              <a:tr h="659130">
                <a:tc>
                  <a:txBody>
                    <a:bodyPr/>
                    <a:p>
                      <a:pPr algn="ctr"/>
                      <a:r>
                        <a:rPr lang="en-IN" altLang="en-US" sz="1400"/>
                        <a:t>Granularity</a:t>
                      </a:r>
                      <a:endParaRPr lang="en-IN" altLang="en-US" sz="1400"/>
                    </a:p>
                  </a:txBody>
                  <a:tcPr marL="0" marR="0" marT="0" marB="0" anchor="ctr" anchorCtr="0"/>
                </a:tc>
                <a:tc>
                  <a:txBody>
                    <a:bodyPr/>
                    <a:p>
                      <a:pPr algn="ctr">
                        <a:buNone/>
                      </a:pPr>
                      <a:r>
                        <a:rPr lang="en-IN" altLang="en-US" sz="1400"/>
                        <a:t>Indivisual Customer Transactions</a:t>
                      </a:r>
                      <a:endParaRPr lang="en-IN" altLang="en-US" sz="1400"/>
                    </a:p>
                  </a:txBody>
                  <a:tcPr anchor="ctr" anchorCtr="0"/>
                </a:tc>
              </a:tr>
              <a:tr h="659130">
                <a:tc>
                  <a:txBody>
                    <a:bodyPr/>
                    <a:p>
                      <a:pPr algn="ctr">
                        <a:buNone/>
                      </a:pPr>
                      <a:r>
                        <a:rPr lang="en-IN" altLang="en-US" sz="1400"/>
                        <a:t>Key Entity</a:t>
                      </a:r>
                      <a:endParaRPr lang="en-IN" altLang="en-US" sz="1400"/>
                    </a:p>
                  </a:txBody>
                  <a:tcPr anchor="ctr" anchorCtr="0"/>
                </a:tc>
                <a:tc>
                  <a:txBody>
                    <a:bodyPr/>
                    <a:p>
                      <a:pPr algn="ctr">
                        <a:buNone/>
                      </a:pPr>
                      <a:r>
                        <a:rPr lang="en-IN" altLang="en-US" sz="1400"/>
                        <a:t>Customer</a:t>
                      </a:r>
                      <a:endParaRPr lang="en-IN" altLang="en-US" sz="1400"/>
                    </a:p>
                  </a:txBody>
                  <a:tcPr anchor="ctr" anchorCtr="0"/>
                </a:tc>
              </a:tr>
              <a:tr h="659130">
                <a:tc>
                  <a:txBody>
                    <a:bodyPr/>
                    <a:p>
                      <a:pPr algn="ctr">
                        <a:buNone/>
                      </a:pPr>
                      <a:r>
                        <a:rPr lang="en-IN" altLang="en-US" sz="1400"/>
                        <a:t>Core Measures</a:t>
                      </a:r>
                      <a:endParaRPr lang="en-IN" altLang="en-US" sz="1400"/>
                    </a:p>
                  </a:txBody>
                  <a:tcPr anchor="ctr" anchorCtr="0"/>
                </a:tc>
                <a:tc>
                  <a:txBody>
                    <a:bodyPr/>
                    <a:p>
                      <a:pPr algn="ctr">
                        <a:buNone/>
                      </a:pPr>
                      <a:r>
                        <a:rPr lang="en-IN" altLang="en-US" sz="1400"/>
                        <a:t>Revenue, Orders, Customers</a:t>
                      </a:r>
                      <a:endParaRPr lang="en-IN" altLang="en-US" sz="1400"/>
                    </a:p>
                  </a:txBody>
                  <a:tcPr anchor="ctr" anchorCtr="0"/>
                </a:tc>
              </a:tr>
              <a:tr h="659130">
                <a:tc>
                  <a:txBody>
                    <a:bodyPr/>
                    <a:p>
                      <a:pPr algn="ctr">
                        <a:buNone/>
                      </a:pPr>
                      <a:r>
                        <a:rPr lang="en-IN" altLang="en-US" sz="1400"/>
                        <a:t>Customer Analysis</a:t>
                      </a:r>
                      <a:endParaRPr lang="en-IN" altLang="en-US" sz="1400"/>
                    </a:p>
                  </a:txBody>
                  <a:tcPr anchor="ctr" anchorCtr="0"/>
                </a:tc>
                <a:tc>
                  <a:txBody>
                    <a:bodyPr/>
                    <a:p>
                      <a:pPr algn="ctr">
                        <a:buNone/>
                      </a:pPr>
                      <a:r>
                        <a:rPr lang="en-IN" altLang="en-US" sz="1400"/>
                        <a:t>Cohort, Retention, Segemnt, CLTV</a:t>
                      </a:r>
                      <a:endParaRPr lang="en-IN" altLang="en-US" sz="1400"/>
                    </a:p>
                  </a:txBody>
                  <a:tcPr anchor="ctr" anchorCtr="0"/>
                </a:tc>
              </a:tr>
            </a:tbl>
          </a:graphicData>
        </a:graphic>
      </p:graphicFrame>
      <p:sp>
        <p:nvSpPr>
          <p:cNvPr id="30" name="Text Box 29"/>
          <p:cNvSpPr txBox="1"/>
          <p:nvPr/>
        </p:nvSpPr>
        <p:spPr>
          <a:xfrm>
            <a:off x="6384925" y="3548380"/>
            <a:ext cx="5128895" cy="2356485"/>
          </a:xfrm>
          <a:prstGeom prst="rect">
            <a:avLst/>
          </a:prstGeom>
          <a:noFill/>
        </p:spPr>
        <p:txBody>
          <a:bodyPr wrap="square" rtlCol="0">
            <a:noAutofit/>
          </a:bodyPr>
          <a:p>
            <a:pPr marL="342900" indent="-342900">
              <a:buAutoNum type="arabicPeriod"/>
            </a:pPr>
            <a:r>
              <a:rPr lang="en-US" altLang="en-US">
                <a:latin typeface="Calibri" panose="020F0502020204030204" charset="0"/>
                <a:cs typeface="Calibri" panose="020F0502020204030204" charset="0"/>
              </a:rPr>
              <a:t>Historical CLTV</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Purchase Frequency</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Average Order Value</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Customer Segmentation</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Cohort Months</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Retention Rate</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Total Revenue, Customers, Orders</a:t>
            </a:r>
            <a:endParaRPr lang="en-IN" altLang="en-US">
              <a:latin typeface="Calibri" panose="020F0502020204030204" charset="0"/>
              <a:cs typeface="Calibri" panose="020F0502020204030204" charset="0"/>
            </a:endParaRPr>
          </a:p>
        </p:txBody>
      </p:sp>
      <p:sp>
        <p:nvSpPr>
          <p:cNvPr id="2" name="Text Box 1"/>
          <p:cNvSpPr txBox="1"/>
          <p:nvPr/>
        </p:nvSpPr>
        <p:spPr>
          <a:xfrm>
            <a:off x="6384925" y="779780"/>
            <a:ext cx="4064000" cy="460375"/>
          </a:xfrm>
          <a:prstGeom prst="rect">
            <a:avLst/>
          </a:prstGeom>
          <a:noFill/>
        </p:spPr>
        <p:txBody>
          <a:bodyPr wrap="square" rtlCol="0">
            <a:spAutoFit/>
          </a:bodyPr>
          <a:p>
            <a:r>
              <a:rPr lang="en-IN" altLang="en-US" sz="2400">
                <a:ln>
                  <a:noFill/>
                  <a:prstDash val="sysDot"/>
                </a:ln>
                <a:uFillTx/>
                <a:latin typeface="Calibri" panose="020F0502020204030204" charset="0"/>
                <a:cs typeface="Calibri" panose="020F0502020204030204" charset="0"/>
              </a:rPr>
              <a:t>Tables used</a:t>
            </a:r>
            <a:endParaRPr lang="en-IN" altLang="en-US" sz="2400">
              <a:ln>
                <a:noFill/>
                <a:prstDash val="sysDot"/>
              </a:ln>
              <a:uFillTx/>
              <a:latin typeface="Calibri" panose="020F0502020204030204" charset="0"/>
              <a:cs typeface="Calibri" panose="020F0502020204030204" charset="0"/>
            </a:endParaRPr>
          </a:p>
        </p:txBody>
      </p:sp>
      <p:sp>
        <p:nvSpPr>
          <p:cNvPr id="3" name="Text Box 2"/>
          <p:cNvSpPr txBox="1"/>
          <p:nvPr/>
        </p:nvSpPr>
        <p:spPr>
          <a:xfrm>
            <a:off x="6384925" y="1283970"/>
            <a:ext cx="4064000" cy="1753235"/>
          </a:xfrm>
          <a:prstGeom prst="rect">
            <a:avLst/>
          </a:prstGeom>
          <a:noFill/>
        </p:spPr>
        <p:txBody>
          <a:bodyPr wrap="square" rtlCol="0">
            <a:spAutoFit/>
          </a:bodyPr>
          <a:p>
            <a:pPr marL="342900" indent="-342900">
              <a:buAutoNum type="arabicPeriod"/>
            </a:pPr>
            <a:r>
              <a:rPr lang="en-US" altLang="en-US">
                <a:latin typeface="Calibri" panose="020F0502020204030204" charset="0"/>
                <a:cs typeface="Calibri" panose="020F0502020204030204" charset="0"/>
              </a:rPr>
              <a:t>Olist customers dataset</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Olist order items</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Olist order payments</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Olist Orders dataset</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Olist products</a:t>
            </a:r>
            <a:endParaRPr lang="en-US" altLang="en-US">
              <a:latin typeface="Calibri" panose="020F0502020204030204" charset="0"/>
              <a:cs typeface="Calibri" panose="020F0502020204030204" charset="0"/>
            </a:endParaRPr>
          </a:p>
          <a:p>
            <a:pPr marL="342900" indent="-342900">
              <a:buAutoNum type="arabicPeriod"/>
            </a:pPr>
            <a:r>
              <a:rPr lang="en-US" altLang="en-US">
                <a:latin typeface="Calibri" panose="020F0502020204030204" charset="0"/>
                <a:cs typeface="Calibri" panose="020F0502020204030204" charset="0"/>
              </a:rPr>
              <a:t>Product category name</a:t>
            </a:r>
            <a:endParaRPr lang="en-US" altLang="en-US">
              <a:latin typeface="Calibri" panose="020F0502020204030204" charset="0"/>
              <a:cs typeface="Calibri" panose="020F0502020204030204" charset="0"/>
            </a:endParaRPr>
          </a:p>
        </p:txBody>
      </p:sp>
      <p:sp>
        <p:nvSpPr>
          <p:cNvPr id="4" name="Text Box 3"/>
          <p:cNvSpPr txBox="1"/>
          <p:nvPr/>
        </p:nvSpPr>
        <p:spPr>
          <a:xfrm>
            <a:off x="6384925" y="3088005"/>
            <a:ext cx="4064000" cy="460375"/>
          </a:xfrm>
          <a:prstGeom prst="rect">
            <a:avLst/>
          </a:prstGeom>
          <a:noFill/>
        </p:spPr>
        <p:txBody>
          <a:bodyPr wrap="square" rtlCol="0">
            <a:spAutoFit/>
          </a:bodyPr>
          <a:p>
            <a:r>
              <a:rPr lang="en-IN" altLang="en-US" sz="2400">
                <a:ln>
                  <a:noFill/>
                  <a:prstDash val="sysDot"/>
                </a:ln>
                <a:uFillTx/>
                <a:latin typeface="Calibri" panose="020F0502020204030204" charset="0"/>
                <a:cs typeface="Calibri" panose="020F0502020204030204" charset="0"/>
              </a:rPr>
              <a:t>Key Metrics Derived</a:t>
            </a:r>
            <a:endParaRPr lang="en-IN" altLang="en-US" sz="2400">
              <a:ln>
                <a:noFill/>
                <a:prstDash val="sysDot"/>
              </a:ln>
              <a:uFillTx/>
              <a:latin typeface="Calibri" panose="020F0502020204030204" charset="0"/>
              <a:cs typeface="Calibri" panose="020F05020202040302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Placeholder 3"/>
          <p:cNvSpPr>
            <a:spLocks noGrp="1"/>
          </p:cNvSpPr>
          <p:nvPr>
            <p:ph type="body" idx="16388"/>
            <p:custDataLst>
              <p:tags r:id="rId1"/>
            </p:custDataLst>
          </p:nvPr>
        </p:nvSpPr>
        <p:spPr>
          <a:xfrm>
            <a:off x="3557270" y="1498600"/>
            <a:ext cx="596900" cy="508000"/>
          </a:xfrm>
        </p:spPr>
        <p:txBody>
          <a:bodyPr/>
          <a:p>
            <a:pPr algn="ctr">
              <a:lnSpc>
                <a:spcPct val="109000"/>
              </a:lnSpc>
            </a:pPr>
            <a:r>
              <a:rPr lang="en-US" altLang="en-US">
                <a:latin typeface="Calibri" panose="020F0502020204030204" charset="0"/>
                <a:cs typeface="Calibri" panose="020F0502020204030204" charset="0"/>
              </a:rPr>
              <a:t>01</a:t>
            </a:r>
            <a:endParaRPr lang="en-US" altLang="en-US">
              <a:latin typeface="Calibri" panose="020F0502020204030204" charset="0"/>
              <a:cs typeface="Calibri" panose="020F0502020204030204" charset="0"/>
            </a:endParaRPr>
          </a:p>
        </p:txBody>
      </p:sp>
      <p:sp>
        <p:nvSpPr>
          <p:cNvPr id="5" name="装饰  3"/>
          <p:cNvSpPr>
            <a:spLocks noGrp="1"/>
          </p:cNvSpPr>
          <p:nvPr>
            <p:ph type="body" idx="16397"/>
            <p:custDataLst>
              <p:tags r:id="rId2"/>
            </p:custDataLst>
          </p:nvPr>
        </p:nvSpPr>
        <p:spPr>
          <a:xfrm>
            <a:off x="4338320" y="1422400"/>
            <a:ext cx="25400" cy="762000"/>
          </a:xfrm>
        </p:spPr>
        <p:txBody>
          <a:bodyPr/>
          <a:p>
            <a:r>
              <a:rPr lang="zh-CN" altLang="en-US">
                <a:latin typeface="Calibri" panose="020F0502020204030204" charset="0"/>
                <a:cs typeface="Calibri" panose="020F0502020204030204" charset="0"/>
              </a:rPr>
              <a:t> </a:t>
            </a:r>
            <a:endParaRPr lang="zh-CN" altLang="en-US">
              <a:latin typeface="Calibri" panose="020F0502020204030204" charset="0"/>
              <a:cs typeface="Calibri" panose="020F0502020204030204" charset="0"/>
            </a:endParaRPr>
          </a:p>
        </p:txBody>
      </p:sp>
      <p:sp>
        <p:nvSpPr>
          <p:cNvPr id="6" name="Text Placeholder 5"/>
          <p:cNvSpPr>
            <a:spLocks noGrp="1"/>
          </p:cNvSpPr>
          <p:nvPr>
            <p:ph type="body" idx="16387"/>
            <p:custDataLst>
              <p:tags r:id="rId3"/>
            </p:custDataLst>
          </p:nvPr>
        </p:nvSpPr>
        <p:spPr>
          <a:xfrm>
            <a:off x="4566920" y="1346200"/>
            <a:ext cx="3126740" cy="914400"/>
          </a:xfrm>
        </p:spPr>
        <p:txBody>
          <a:bodyPr>
            <a:noAutofit/>
          </a:bodyPr>
          <a:p>
            <a:pPr algn="l">
              <a:lnSpc>
                <a:spcPct val="118000"/>
              </a:lnSpc>
            </a:pPr>
            <a:r>
              <a:rPr lang="en-US" altLang="en-US" sz="1700">
                <a:latin typeface="Calibri" panose="020F0502020204030204" charset="0"/>
                <a:cs typeface="Calibri" panose="020F0502020204030204" charset="0"/>
              </a:rPr>
              <a:t>When and how quickly do customers churn after acquisition?</a:t>
            </a:r>
            <a:endParaRPr lang="en-US" altLang="en-US" sz="1700">
              <a:latin typeface="Calibri" panose="020F0502020204030204" charset="0"/>
              <a:cs typeface="Calibri" panose="020F0502020204030204" charset="0"/>
            </a:endParaRPr>
          </a:p>
        </p:txBody>
      </p:sp>
      <p:sp>
        <p:nvSpPr>
          <p:cNvPr id="7" name="Text Placeholder 6"/>
          <p:cNvSpPr>
            <a:spLocks noGrp="1"/>
          </p:cNvSpPr>
          <p:nvPr>
            <p:ph type="body" idx="16390"/>
            <p:custDataLst>
              <p:tags r:id="rId4"/>
            </p:custDataLst>
          </p:nvPr>
        </p:nvSpPr>
        <p:spPr>
          <a:xfrm>
            <a:off x="7994650" y="2336800"/>
            <a:ext cx="596900" cy="508000"/>
          </a:xfrm>
        </p:spPr>
        <p:txBody>
          <a:bodyPr/>
          <a:p>
            <a:pPr algn="ctr">
              <a:lnSpc>
                <a:spcPct val="109000"/>
              </a:lnSpc>
            </a:pPr>
            <a:r>
              <a:rPr lang="en-US" altLang="en-US">
                <a:latin typeface="Calibri" panose="020F0502020204030204" charset="0"/>
                <a:cs typeface="Calibri" panose="020F0502020204030204" charset="0"/>
              </a:rPr>
              <a:t>02</a:t>
            </a:r>
            <a:endParaRPr lang="en-US" altLang="en-US">
              <a:latin typeface="Calibri" panose="020F0502020204030204" charset="0"/>
              <a:cs typeface="Calibri" panose="020F0502020204030204" charset="0"/>
            </a:endParaRPr>
          </a:p>
        </p:txBody>
      </p:sp>
      <p:sp>
        <p:nvSpPr>
          <p:cNvPr id="8" name="装饰  6"/>
          <p:cNvSpPr>
            <a:spLocks noGrp="1"/>
          </p:cNvSpPr>
          <p:nvPr>
            <p:ph type="body" idx="16398"/>
            <p:custDataLst>
              <p:tags r:id="rId5"/>
            </p:custDataLst>
          </p:nvPr>
        </p:nvSpPr>
        <p:spPr>
          <a:xfrm>
            <a:off x="8775700" y="2260600"/>
            <a:ext cx="25400" cy="762000"/>
          </a:xfrm>
        </p:spPr>
        <p:txBody>
          <a:bodyPr/>
          <a:p>
            <a:r>
              <a:rPr lang="zh-CN" altLang="en-US">
                <a:latin typeface="Calibri" panose="020F0502020204030204" charset="0"/>
                <a:cs typeface="Calibri" panose="020F0502020204030204" charset="0"/>
              </a:rPr>
              <a:t> </a:t>
            </a:r>
            <a:endParaRPr lang="zh-CN" altLang="en-US">
              <a:latin typeface="Calibri" panose="020F0502020204030204" charset="0"/>
              <a:cs typeface="Calibri" panose="020F0502020204030204" charset="0"/>
            </a:endParaRPr>
          </a:p>
        </p:txBody>
      </p:sp>
      <p:sp>
        <p:nvSpPr>
          <p:cNvPr id="9" name="Text Placeholder 8"/>
          <p:cNvSpPr>
            <a:spLocks noGrp="1"/>
          </p:cNvSpPr>
          <p:nvPr>
            <p:ph type="body" idx="16389"/>
            <p:custDataLst>
              <p:tags r:id="rId6"/>
            </p:custDataLst>
          </p:nvPr>
        </p:nvSpPr>
        <p:spPr>
          <a:xfrm>
            <a:off x="9004300" y="2184400"/>
            <a:ext cx="2816225" cy="914400"/>
          </a:xfrm>
        </p:spPr>
        <p:txBody>
          <a:bodyPr>
            <a:noAutofit/>
          </a:bodyPr>
          <a:p>
            <a:pPr algn="l">
              <a:lnSpc>
                <a:spcPct val="118000"/>
              </a:lnSpc>
            </a:pPr>
            <a:r>
              <a:rPr lang="en-US" altLang="en-US" sz="1700">
                <a:latin typeface="Calibri" panose="020F0502020204030204" charset="0"/>
                <a:cs typeface="Calibri" panose="020F0502020204030204" charset="0"/>
              </a:rPr>
              <a:t>What purchasing behaviors drive higher customer value?</a:t>
            </a:r>
            <a:endParaRPr lang="en-US" altLang="en-US" sz="1700">
              <a:latin typeface="Calibri" panose="020F0502020204030204" charset="0"/>
              <a:cs typeface="Calibri" panose="020F0502020204030204" charset="0"/>
            </a:endParaRPr>
          </a:p>
        </p:txBody>
      </p:sp>
      <p:sp>
        <p:nvSpPr>
          <p:cNvPr id="10" name="Text Placeholder 9"/>
          <p:cNvSpPr>
            <a:spLocks noGrp="1"/>
          </p:cNvSpPr>
          <p:nvPr>
            <p:ph type="body" idx="16392"/>
            <p:custDataLst>
              <p:tags r:id="rId7"/>
            </p:custDataLst>
          </p:nvPr>
        </p:nvSpPr>
        <p:spPr>
          <a:xfrm>
            <a:off x="3557270" y="3149600"/>
            <a:ext cx="596900" cy="508000"/>
          </a:xfrm>
        </p:spPr>
        <p:txBody>
          <a:bodyPr/>
          <a:p>
            <a:pPr algn="ctr">
              <a:lnSpc>
                <a:spcPct val="109000"/>
              </a:lnSpc>
            </a:pPr>
            <a:r>
              <a:rPr lang="en-US" altLang="en-US">
                <a:latin typeface="Calibri" panose="020F0502020204030204" charset="0"/>
                <a:cs typeface="Calibri" panose="020F0502020204030204" charset="0"/>
              </a:rPr>
              <a:t>03</a:t>
            </a:r>
            <a:endParaRPr lang="en-US" altLang="en-US">
              <a:latin typeface="Calibri" panose="020F0502020204030204" charset="0"/>
              <a:cs typeface="Calibri" panose="020F0502020204030204" charset="0"/>
            </a:endParaRPr>
          </a:p>
        </p:txBody>
      </p:sp>
      <p:sp>
        <p:nvSpPr>
          <p:cNvPr id="11" name="装饰  9"/>
          <p:cNvSpPr>
            <a:spLocks noGrp="1"/>
          </p:cNvSpPr>
          <p:nvPr>
            <p:ph type="body" idx="16399"/>
            <p:custDataLst>
              <p:tags r:id="rId8"/>
            </p:custDataLst>
          </p:nvPr>
        </p:nvSpPr>
        <p:spPr>
          <a:xfrm>
            <a:off x="4338320" y="3073400"/>
            <a:ext cx="25400" cy="762000"/>
          </a:xfrm>
        </p:spPr>
        <p:txBody>
          <a:bodyPr/>
          <a:p>
            <a:r>
              <a:rPr lang="zh-CN" altLang="en-US">
                <a:latin typeface="Calibri" panose="020F0502020204030204" charset="0"/>
                <a:cs typeface="Calibri" panose="020F0502020204030204" charset="0"/>
              </a:rPr>
              <a:t> </a:t>
            </a:r>
            <a:endParaRPr lang="zh-CN" altLang="en-US">
              <a:latin typeface="Calibri" panose="020F0502020204030204" charset="0"/>
              <a:cs typeface="Calibri" panose="020F0502020204030204" charset="0"/>
            </a:endParaRPr>
          </a:p>
        </p:txBody>
      </p:sp>
      <p:sp>
        <p:nvSpPr>
          <p:cNvPr id="12" name="Text Placeholder 11"/>
          <p:cNvSpPr>
            <a:spLocks noGrp="1"/>
          </p:cNvSpPr>
          <p:nvPr>
            <p:ph type="body" idx="16391"/>
            <p:custDataLst>
              <p:tags r:id="rId9"/>
            </p:custDataLst>
          </p:nvPr>
        </p:nvSpPr>
        <p:spPr>
          <a:xfrm>
            <a:off x="4566920" y="2997200"/>
            <a:ext cx="3131820" cy="914400"/>
          </a:xfrm>
        </p:spPr>
        <p:txBody>
          <a:bodyPr>
            <a:noAutofit/>
          </a:bodyPr>
          <a:p>
            <a:pPr algn="l">
              <a:lnSpc>
                <a:spcPct val="118000"/>
              </a:lnSpc>
            </a:pPr>
            <a:r>
              <a:rPr lang="en-US" altLang="en-US" sz="1700">
                <a:latin typeface="Calibri" panose="020F0502020204030204" charset="0"/>
                <a:cs typeface="Calibri" panose="020F0502020204030204" charset="0"/>
              </a:rPr>
              <a:t>Which customer cohorts have the strongest retention?</a:t>
            </a:r>
            <a:endParaRPr lang="en-US" altLang="en-US" sz="1700">
              <a:latin typeface="Calibri" panose="020F0502020204030204" charset="0"/>
              <a:cs typeface="Calibri" panose="020F0502020204030204" charset="0"/>
            </a:endParaRPr>
          </a:p>
        </p:txBody>
      </p:sp>
      <p:sp>
        <p:nvSpPr>
          <p:cNvPr id="13" name="Text Placeholder 12"/>
          <p:cNvSpPr>
            <a:spLocks noGrp="1"/>
          </p:cNvSpPr>
          <p:nvPr>
            <p:ph type="body" idx="16394"/>
            <p:custDataLst>
              <p:tags r:id="rId10"/>
            </p:custDataLst>
          </p:nvPr>
        </p:nvSpPr>
        <p:spPr>
          <a:xfrm>
            <a:off x="7994650" y="4013200"/>
            <a:ext cx="596900" cy="508000"/>
          </a:xfrm>
        </p:spPr>
        <p:txBody>
          <a:bodyPr/>
          <a:p>
            <a:pPr algn="ctr">
              <a:lnSpc>
                <a:spcPct val="109000"/>
              </a:lnSpc>
            </a:pPr>
            <a:r>
              <a:rPr lang="en-US" altLang="en-US">
                <a:latin typeface="Calibri" panose="020F0502020204030204" charset="0"/>
                <a:cs typeface="Calibri" panose="020F0502020204030204" charset="0"/>
              </a:rPr>
              <a:t>04</a:t>
            </a:r>
            <a:endParaRPr lang="en-US" altLang="en-US">
              <a:latin typeface="Calibri" panose="020F0502020204030204" charset="0"/>
              <a:cs typeface="Calibri" panose="020F0502020204030204" charset="0"/>
            </a:endParaRPr>
          </a:p>
        </p:txBody>
      </p:sp>
      <p:sp>
        <p:nvSpPr>
          <p:cNvPr id="14" name="装饰  2"/>
          <p:cNvSpPr>
            <a:spLocks noGrp="1"/>
          </p:cNvSpPr>
          <p:nvPr>
            <p:ph type="body" idx="16400"/>
            <p:custDataLst>
              <p:tags r:id="rId11"/>
            </p:custDataLst>
          </p:nvPr>
        </p:nvSpPr>
        <p:spPr>
          <a:xfrm>
            <a:off x="8775700" y="3937000"/>
            <a:ext cx="25400" cy="762000"/>
          </a:xfrm>
        </p:spPr>
        <p:txBody>
          <a:bodyPr/>
          <a:p>
            <a:r>
              <a:rPr lang="zh-CN" altLang="en-US">
                <a:latin typeface="Calibri" panose="020F0502020204030204" charset="0"/>
                <a:cs typeface="Calibri" panose="020F0502020204030204" charset="0"/>
              </a:rPr>
              <a:t> </a:t>
            </a:r>
            <a:endParaRPr lang="zh-CN" altLang="en-US">
              <a:latin typeface="Calibri" panose="020F0502020204030204" charset="0"/>
              <a:cs typeface="Calibri" panose="020F0502020204030204" charset="0"/>
            </a:endParaRPr>
          </a:p>
        </p:txBody>
      </p:sp>
      <p:sp>
        <p:nvSpPr>
          <p:cNvPr id="15" name="Text Placeholder 14"/>
          <p:cNvSpPr>
            <a:spLocks noGrp="1"/>
          </p:cNvSpPr>
          <p:nvPr>
            <p:ph type="body" idx="16393"/>
            <p:custDataLst>
              <p:tags r:id="rId12"/>
            </p:custDataLst>
          </p:nvPr>
        </p:nvSpPr>
        <p:spPr>
          <a:xfrm>
            <a:off x="9004300" y="3860800"/>
            <a:ext cx="2806700" cy="914400"/>
          </a:xfrm>
        </p:spPr>
        <p:txBody>
          <a:bodyPr>
            <a:noAutofit/>
          </a:bodyPr>
          <a:p>
            <a:pPr algn="l">
              <a:lnSpc>
                <a:spcPct val="118000"/>
              </a:lnSpc>
            </a:pPr>
            <a:r>
              <a:rPr lang="en-US" altLang="en-US" sz="1700">
                <a:latin typeface="Calibri" panose="020F0502020204030204" charset="0"/>
                <a:cs typeface="Calibri" panose="020F0502020204030204" charset="0"/>
              </a:rPr>
              <a:t>Which products and customer segments contribute most to revenue and value?</a:t>
            </a:r>
            <a:endParaRPr lang="en-US" altLang="en-US" sz="1700">
              <a:latin typeface="Calibri" panose="020F0502020204030204" charset="0"/>
              <a:cs typeface="Calibri" panose="020F0502020204030204" charset="0"/>
            </a:endParaRPr>
          </a:p>
        </p:txBody>
      </p:sp>
      <p:sp>
        <p:nvSpPr>
          <p:cNvPr id="16" name="Text Placeholder 15"/>
          <p:cNvSpPr>
            <a:spLocks noGrp="1"/>
          </p:cNvSpPr>
          <p:nvPr>
            <p:ph type="body" idx="16396"/>
            <p:custDataLst>
              <p:tags r:id="rId13"/>
            </p:custDataLst>
          </p:nvPr>
        </p:nvSpPr>
        <p:spPr>
          <a:xfrm>
            <a:off x="3538220" y="4850765"/>
            <a:ext cx="596900" cy="508000"/>
          </a:xfrm>
        </p:spPr>
        <p:txBody>
          <a:bodyPr/>
          <a:p>
            <a:pPr algn="ctr">
              <a:lnSpc>
                <a:spcPct val="109000"/>
              </a:lnSpc>
            </a:pPr>
            <a:r>
              <a:rPr lang="en-US" altLang="en-US">
                <a:latin typeface="Calibri" panose="020F0502020204030204" charset="0"/>
                <a:cs typeface="Calibri" panose="020F0502020204030204" charset="0"/>
              </a:rPr>
              <a:t>05</a:t>
            </a:r>
            <a:endParaRPr lang="en-US" altLang="en-US">
              <a:latin typeface="Calibri" panose="020F0502020204030204" charset="0"/>
              <a:cs typeface="Calibri" panose="020F0502020204030204" charset="0"/>
            </a:endParaRPr>
          </a:p>
        </p:txBody>
      </p:sp>
      <p:sp>
        <p:nvSpPr>
          <p:cNvPr id="17" name="装饰  5"/>
          <p:cNvSpPr>
            <a:spLocks noGrp="1"/>
          </p:cNvSpPr>
          <p:nvPr>
            <p:ph type="body" idx="16401"/>
            <p:custDataLst>
              <p:tags r:id="rId14"/>
            </p:custDataLst>
          </p:nvPr>
        </p:nvSpPr>
        <p:spPr>
          <a:xfrm>
            <a:off x="4319270" y="4774565"/>
            <a:ext cx="25400" cy="762000"/>
          </a:xfrm>
        </p:spPr>
        <p:txBody>
          <a:bodyPr/>
          <a:p>
            <a:r>
              <a:rPr lang="zh-CN" altLang="en-US">
                <a:latin typeface="Calibri" panose="020F0502020204030204" charset="0"/>
                <a:cs typeface="Calibri" panose="020F0502020204030204" charset="0"/>
              </a:rPr>
              <a:t> </a:t>
            </a:r>
            <a:endParaRPr lang="zh-CN" altLang="en-US">
              <a:latin typeface="Calibri" panose="020F0502020204030204" charset="0"/>
              <a:cs typeface="Calibri" panose="020F0502020204030204" charset="0"/>
            </a:endParaRPr>
          </a:p>
        </p:txBody>
      </p:sp>
      <p:sp>
        <p:nvSpPr>
          <p:cNvPr id="18" name="Text Placeholder 17"/>
          <p:cNvSpPr>
            <a:spLocks noGrp="1"/>
          </p:cNvSpPr>
          <p:nvPr>
            <p:ph type="body" idx="16395"/>
            <p:custDataLst>
              <p:tags r:id="rId15"/>
            </p:custDataLst>
          </p:nvPr>
        </p:nvSpPr>
        <p:spPr>
          <a:xfrm>
            <a:off x="4547870" y="4698365"/>
            <a:ext cx="3144520" cy="914400"/>
          </a:xfrm>
        </p:spPr>
        <p:txBody>
          <a:bodyPr>
            <a:noAutofit/>
          </a:bodyPr>
          <a:p>
            <a:pPr algn="l">
              <a:lnSpc>
                <a:spcPct val="118000"/>
              </a:lnSpc>
            </a:pPr>
            <a:r>
              <a:rPr lang="en-US" altLang="en-US" sz="1700">
                <a:latin typeface="Calibri" panose="020F0502020204030204" charset="0"/>
                <a:cs typeface="Calibri" panose="020F0502020204030204" charset="0"/>
              </a:rPr>
              <a:t>Which customer segments generate the highest CLTV?</a:t>
            </a:r>
            <a:endParaRPr lang="en-US" altLang="en-US" sz="1700">
              <a:latin typeface="Calibri" panose="020F0502020204030204" charset="0"/>
              <a:cs typeface="Calibri" panose="020F0502020204030204" charset="0"/>
            </a:endParaRPr>
          </a:p>
        </p:txBody>
      </p:sp>
      <p:sp>
        <p:nvSpPr>
          <p:cNvPr id="19" name="Rounded Rectangle 18"/>
          <p:cNvSpPr/>
          <p:nvPr/>
        </p:nvSpPr>
        <p:spPr>
          <a:xfrm>
            <a:off x="790575" y="2906395"/>
            <a:ext cx="2353945" cy="954405"/>
          </a:xfrm>
          <a:prstGeom prst="roundRect">
            <a:avLst/>
          </a:prstGeom>
        </p:spPr>
        <p:style>
          <a:lnRef idx="0">
            <a:srgbClr val="FFFFFF"/>
          </a:lnRef>
          <a:fillRef idx="3">
            <a:schemeClr val="accent2"/>
          </a:fillRef>
          <a:effectRef idx="0">
            <a:srgbClr val="FFFFFF"/>
          </a:effectRef>
          <a:fontRef idx="minor">
            <a:schemeClr val="lt1"/>
          </a:fontRef>
        </p:style>
        <p:txBody>
          <a:bodyPr rtlCol="0" anchor="ctr"/>
          <a:p>
            <a:pPr algn="ctr"/>
            <a:r>
              <a:rPr lang="en-IN" altLang="en-US"/>
              <a:t>Business Questions Answered</a:t>
            </a:r>
            <a:endParaRPr lang="en-IN" altLang="en-US"/>
          </a:p>
        </p:txBody>
      </p:sp>
    </p:spTree>
    <p:custDataLst>
      <p:tags r:id="rId1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 name="燕尾形 187"/>
          <p:cNvSpPr/>
          <p:nvPr>
            <p:custDataLst>
              <p:tags r:id="rId1"/>
            </p:custDataLst>
          </p:nvPr>
        </p:nvSpPr>
        <p:spPr>
          <a:xfrm>
            <a:off x="679215" y="2939349"/>
            <a:ext cx="10383196" cy="1190646"/>
          </a:xfrm>
          <a:prstGeom prst="chevron">
            <a:avLst/>
          </a:prstGeom>
          <a:gradFill>
            <a:gsLst>
              <a:gs pos="0">
                <a:schemeClr val="accent1">
                  <a:lumMod val="20000"/>
                  <a:lumOff val="80000"/>
                  <a:alpha val="20000"/>
                </a:schemeClr>
              </a:gs>
              <a:gs pos="100000">
                <a:schemeClr val="accent1">
                  <a:lumMod val="40000"/>
                  <a:lumOff val="60000"/>
                  <a:alpha val="100000"/>
                </a:schemeClr>
              </a:gs>
            </a:gsLst>
            <a:lin ang="0" scaled="0"/>
          </a:gradFill>
          <a:ln>
            <a:noFill/>
          </a:ln>
          <a:effectLst>
            <a:outerShdw blurRad="177800" dist="63500" dir="8100000" algn="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lt1"/>
              </a:solidFill>
              <a:latin typeface="Calibri" panose="020F0502020204030204" charset="0"/>
              <a:cs typeface="Calibri" panose="020F0502020204030204" charset="0"/>
            </a:endParaRPr>
          </a:p>
        </p:txBody>
      </p:sp>
      <p:cxnSp>
        <p:nvCxnSpPr>
          <p:cNvPr id="194" name="直接连接符 193"/>
          <p:cNvCxnSpPr/>
          <p:nvPr>
            <p:custDataLst>
              <p:tags r:id="rId2"/>
            </p:custDataLst>
          </p:nvPr>
        </p:nvCxnSpPr>
        <p:spPr>
          <a:xfrm flipH="1">
            <a:off x="855609" y="4189844"/>
            <a:ext cx="8269642" cy="0"/>
          </a:xfrm>
          <a:prstGeom prst="line">
            <a:avLst/>
          </a:prstGeom>
          <a:ln w="9525">
            <a:gradFill>
              <a:gsLst>
                <a:gs pos="0">
                  <a:schemeClr val="accent1">
                    <a:lumMod val="20000"/>
                    <a:lumOff val="80000"/>
                    <a:alpha val="0"/>
                  </a:schemeClr>
                </a:gs>
                <a:gs pos="100000">
                  <a:schemeClr val="accent1">
                    <a:lumMod val="20000"/>
                    <a:lumOff val="80000"/>
                    <a:alpha val="10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custDataLst>
              <p:tags r:id="rId3"/>
            </p:custDataLst>
          </p:nvPr>
        </p:nvCxnSpPr>
        <p:spPr>
          <a:xfrm flipH="1">
            <a:off x="2052554" y="2882652"/>
            <a:ext cx="8269642" cy="0"/>
          </a:xfrm>
          <a:prstGeom prst="line">
            <a:avLst/>
          </a:prstGeom>
          <a:ln w="9525">
            <a:gradFill>
              <a:gsLst>
                <a:gs pos="0">
                  <a:schemeClr val="accent1">
                    <a:lumMod val="20000"/>
                    <a:lumOff val="80000"/>
                    <a:alpha val="0"/>
                  </a:schemeClr>
                </a:gs>
                <a:gs pos="100000">
                  <a:schemeClr val="accent1">
                    <a:lumMod val="20000"/>
                    <a:lumOff val="80000"/>
                    <a:alpha val="10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sp>
        <p:nvSpPr>
          <p:cNvPr id="190" name="燕尾形 189"/>
          <p:cNvSpPr/>
          <p:nvPr>
            <p:custDataLst>
              <p:tags r:id="rId4"/>
            </p:custDataLst>
          </p:nvPr>
        </p:nvSpPr>
        <p:spPr>
          <a:xfrm>
            <a:off x="1451562" y="3101882"/>
            <a:ext cx="1868497" cy="809513"/>
          </a:xfrm>
          <a:prstGeom prst="chevron">
            <a:avLst/>
          </a:prstGeom>
          <a:gradFill>
            <a:gsLst>
              <a:gs pos="0">
                <a:schemeClr val="accent1">
                  <a:lumMod val="55000"/>
                  <a:lumOff val="45000"/>
                  <a:alpha val="100000"/>
                </a:schemeClr>
              </a:gs>
              <a:gs pos="100000">
                <a:schemeClr val="accent1">
                  <a:alpha val="100000"/>
                </a:schemeClr>
              </a:gs>
            </a:gsLst>
            <a:lin ang="0" scaled="0"/>
          </a:gradFill>
          <a:ln>
            <a:noFill/>
          </a:ln>
          <a:effectLst>
            <a:outerShdw blurRad="152400" dist="88900" dir="8100000" algn="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sz="1400" b="1" cap="all">
                <a:solidFill>
                  <a:srgbClr val="FFFFFF"/>
                </a:solidFill>
                <a:uFillTx/>
                <a:latin typeface="Calibri" panose="020F0502020204030204" charset="0"/>
                <a:cs typeface="Calibri" panose="020F0502020204030204" charset="0"/>
                <a:sym typeface="+mn-lt"/>
              </a:rPr>
              <a:t>step 01</a:t>
            </a:r>
            <a:endParaRPr lang="en-US" sz="1400" b="1" cap="all">
              <a:solidFill>
                <a:srgbClr val="FFFFFF"/>
              </a:solidFill>
              <a:uFillTx/>
              <a:latin typeface="Calibri" panose="020F0502020204030204" charset="0"/>
              <a:cs typeface="Calibri" panose="020F0502020204030204" charset="0"/>
              <a:sym typeface="+mn-lt"/>
            </a:endParaRPr>
          </a:p>
        </p:txBody>
      </p:sp>
      <p:sp>
        <p:nvSpPr>
          <p:cNvPr id="191" name="燕尾形 190"/>
          <p:cNvSpPr/>
          <p:nvPr>
            <p:custDataLst>
              <p:tags r:id="rId5"/>
            </p:custDataLst>
          </p:nvPr>
        </p:nvSpPr>
        <p:spPr>
          <a:xfrm>
            <a:off x="3194064" y="3101882"/>
            <a:ext cx="1868497" cy="809513"/>
          </a:xfrm>
          <a:prstGeom prst="chevron">
            <a:avLst/>
          </a:prstGeom>
          <a:gradFill>
            <a:gsLst>
              <a:gs pos="0">
                <a:schemeClr val="accent2">
                  <a:lumMod val="70000"/>
                  <a:lumOff val="30000"/>
                  <a:alpha val="100000"/>
                </a:schemeClr>
              </a:gs>
              <a:gs pos="100000">
                <a:schemeClr val="accent2">
                  <a:lumMod val="95000"/>
                  <a:alpha val="100000"/>
                </a:schemeClr>
              </a:gs>
            </a:gsLst>
            <a:lin ang="0" scaled="0"/>
          </a:gradFill>
          <a:ln>
            <a:noFill/>
          </a:ln>
          <a:effectLst>
            <a:outerShdw blurRad="152400" dist="88900" dir="8100000" algn="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sz="1400" b="1" cap="all">
                <a:solidFill>
                  <a:srgbClr val="FFFFFF"/>
                </a:solidFill>
                <a:uFillTx/>
                <a:latin typeface="Calibri" panose="020F0502020204030204" charset="0"/>
                <a:cs typeface="Calibri" panose="020F0502020204030204" charset="0"/>
                <a:sym typeface="+mn-lt"/>
              </a:rPr>
              <a:t>step 02</a:t>
            </a:r>
            <a:endParaRPr lang="en-US" sz="1400" b="1" cap="all">
              <a:solidFill>
                <a:srgbClr val="FFFFFF"/>
              </a:solidFill>
              <a:uFillTx/>
              <a:latin typeface="Calibri" panose="020F0502020204030204" charset="0"/>
              <a:cs typeface="Calibri" panose="020F0502020204030204" charset="0"/>
              <a:sym typeface="+mn-lt"/>
            </a:endParaRPr>
          </a:p>
        </p:txBody>
      </p:sp>
      <p:sp>
        <p:nvSpPr>
          <p:cNvPr id="192" name="燕尾形 191"/>
          <p:cNvSpPr/>
          <p:nvPr>
            <p:custDataLst>
              <p:tags r:id="rId6"/>
            </p:custDataLst>
          </p:nvPr>
        </p:nvSpPr>
        <p:spPr>
          <a:xfrm>
            <a:off x="4936566" y="3101304"/>
            <a:ext cx="1868497" cy="809513"/>
          </a:xfrm>
          <a:prstGeom prst="chevron">
            <a:avLst/>
          </a:prstGeom>
          <a:gradFill>
            <a:gsLst>
              <a:gs pos="0">
                <a:schemeClr val="accent1">
                  <a:lumMod val="85000"/>
                  <a:lumOff val="15000"/>
                  <a:alpha val="100000"/>
                </a:schemeClr>
              </a:gs>
              <a:gs pos="100000">
                <a:schemeClr val="accent1">
                  <a:lumMod val="90000"/>
                  <a:alpha val="100000"/>
                </a:schemeClr>
              </a:gs>
            </a:gsLst>
            <a:lin ang="0" scaled="0"/>
          </a:gradFill>
          <a:ln>
            <a:noFill/>
          </a:ln>
          <a:effectLst>
            <a:outerShdw blurRad="152400" dist="88900" dir="8100000" algn="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sz="1400" b="1" cap="all">
                <a:solidFill>
                  <a:srgbClr val="FFFFFF"/>
                </a:solidFill>
                <a:uFillTx/>
                <a:latin typeface="Calibri" panose="020F0502020204030204" charset="0"/>
                <a:cs typeface="Calibri" panose="020F0502020204030204" charset="0"/>
                <a:sym typeface="+mn-lt"/>
              </a:rPr>
              <a:t>step 03</a:t>
            </a:r>
            <a:endParaRPr lang="en-US" sz="1400" b="1" cap="all">
              <a:solidFill>
                <a:srgbClr val="FFFFFF"/>
              </a:solidFill>
              <a:uFillTx/>
              <a:latin typeface="Calibri" panose="020F0502020204030204" charset="0"/>
              <a:cs typeface="Calibri" panose="020F0502020204030204" charset="0"/>
              <a:sym typeface="+mn-lt"/>
            </a:endParaRPr>
          </a:p>
        </p:txBody>
      </p:sp>
      <p:sp>
        <p:nvSpPr>
          <p:cNvPr id="193" name="燕尾形 192"/>
          <p:cNvSpPr/>
          <p:nvPr>
            <p:custDataLst>
              <p:tags r:id="rId7"/>
            </p:custDataLst>
          </p:nvPr>
        </p:nvSpPr>
        <p:spPr>
          <a:xfrm>
            <a:off x="6679068" y="3101882"/>
            <a:ext cx="1868497" cy="809513"/>
          </a:xfrm>
          <a:prstGeom prst="chevron">
            <a:avLst/>
          </a:prstGeom>
          <a:gradFill>
            <a:gsLst>
              <a:gs pos="0">
                <a:schemeClr val="accent2">
                  <a:lumMod val="85000"/>
                  <a:lumOff val="15000"/>
                  <a:alpha val="100000"/>
                </a:schemeClr>
              </a:gs>
              <a:gs pos="100000">
                <a:schemeClr val="accent2">
                  <a:lumMod val="85000"/>
                  <a:alpha val="100000"/>
                </a:schemeClr>
              </a:gs>
            </a:gsLst>
            <a:lin ang="0" scaled="0"/>
          </a:gradFill>
          <a:ln>
            <a:noFill/>
          </a:ln>
          <a:effectLst>
            <a:outerShdw blurRad="152400" dist="88900" dir="8100000" algn="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sz="1400" b="1" cap="all">
                <a:solidFill>
                  <a:srgbClr val="FFFFFF"/>
                </a:solidFill>
                <a:uFillTx/>
                <a:latin typeface="Calibri" panose="020F0502020204030204" charset="0"/>
                <a:cs typeface="Calibri" panose="020F0502020204030204" charset="0"/>
                <a:sym typeface="+mn-lt"/>
              </a:rPr>
              <a:t>step 04</a:t>
            </a:r>
            <a:endParaRPr lang="en-US" sz="1400" b="1" cap="all">
              <a:solidFill>
                <a:srgbClr val="FFFFFF"/>
              </a:solidFill>
              <a:uFillTx/>
              <a:latin typeface="Calibri" panose="020F0502020204030204" charset="0"/>
              <a:cs typeface="Calibri" panose="020F0502020204030204" charset="0"/>
              <a:sym typeface="+mn-lt"/>
            </a:endParaRPr>
          </a:p>
        </p:txBody>
      </p:sp>
      <p:sp>
        <p:nvSpPr>
          <p:cNvPr id="32" name="燕尾形 1"/>
          <p:cNvSpPr/>
          <p:nvPr>
            <p:custDataLst>
              <p:tags r:id="rId8"/>
            </p:custDataLst>
          </p:nvPr>
        </p:nvSpPr>
        <p:spPr>
          <a:xfrm>
            <a:off x="8421570" y="3101882"/>
            <a:ext cx="1868497" cy="809513"/>
          </a:xfrm>
          <a:prstGeom prst="chevron">
            <a:avLst/>
          </a:prstGeom>
          <a:gradFill>
            <a:gsLst>
              <a:gs pos="0">
                <a:schemeClr val="accent1">
                  <a:alpha val="100000"/>
                </a:schemeClr>
              </a:gs>
              <a:gs pos="100000">
                <a:schemeClr val="accent1">
                  <a:lumMod val="80000"/>
                  <a:alpha val="100000"/>
                </a:schemeClr>
              </a:gs>
            </a:gsLst>
            <a:lin ang="0" scaled="0"/>
          </a:gradFill>
          <a:ln>
            <a:noFill/>
          </a:ln>
          <a:effectLst>
            <a:outerShdw blurRad="152400" dist="88900" dir="8100000" algn="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sz="1400" b="1" cap="all">
                <a:solidFill>
                  <a:srgbClr val="FFFFFF"/>
                </a:solidFill>
                <a:uFillTx/>
                <a:latin typeface="Calibri" panose="020F0502020204030204" charset="0"/>
                <a:cs typeface="Calibri" panose="020F0502020204030204" charset="0"/>
                <a:sym typeface="+mn-lt"/>
              </a:rPr>
              <a:t>step 05</a:t>
            </a:r>
            <a:endParaRPr lang="en-US" sz="1400" b="1" cap="all">
              <a:solidFill>
                <a:srgbClr val="FFFFFF"/>
              </a:solidFill>
              <a:uFillTx/>
              <a:latin typeface="Calibri" panose="020F0502020204030204" charset="0"/>
              <a:cs typeface="Calibri" panose="020F0502020204030204" charset="0"/>
              <a:sym typeface="+mn-lt"/>
            </a:endParaRPr>
          </a:p>
        </p:txBody>
      </p:sp>
      <p:sp>
        <p:nvSpPr>
          <p:cNvPr id="33" name="矩形 4"/>
          <p:cNvSpPr/>
          <p:nvPr>
            <p:custDataLst>
              <p:tags r:id="rId9"/>
            </p:custDataLst>
          </p:nvPr>
        </p:nvSpPr>
        <p:spPr>
          <a:xfrm>
            <a:off x="2052320" y="4599940"/>
            <a:ext cx="2793365" cy="723265"/>
          </a:xfrm>
          <a:prstGeom prst="rect">
            <a:avLst/>
          </a:prstGeom>
          <a:noFill/>
        </p:spPr>
        <p:txBody>
          <a:bodyPr wrap="square" lIns="0" tIns="0" rIns="0" bIns="0" rtlCol="0" anchor="t" anchorCtr="0">
            <a:noAutofit/>
          </a:bodyPr>
          <a:p>
            <a:pPr algn="l">
              <a:lnSpc>
                <a:spcPct val="130000"/>
              </a:lnSpc>
              <a:spcBef>
                <a:spcPct val="0"/>
              </a:spcBef>
              <a:spcAft>
                <a:spcPct val="0"/>
              </a:spcAft>
            </a:pPr>
            <a:r>
              <a:rPr lang="en-US" altLang="en-US">
                <a:solidFill>
                  <a:schemeClr val="tx1">
                    <a:lumMod val="85000"/>
                    <a:lumOff val="15000"/>
                  </a:schemeClr>
                </a:solidFill>
                <a:latin typeface="Calibri" panose="020F0502020204030204" charset="0"/>
                <a:cs typeface="Calibri" panose="020F0502020204030204" charset="0"/>
              </a:rPr>
              <a:t>Raw </a:t>
            </a:r>
            <a:r>
              <a:rPr lang="en-IN" altLang="en-US">
                <a:solidFill>
                  <a:schemeClr val="tx1">
                    <a:lumMod val="85000"/>
                    <a:lumOff val="15000"/>
                  </a:schemeClr>
                </a:solidFill>
                <a:latin typeface="Calibri" panose="020F0502020204030204" charset="0"/>
                <a:cs typeface="Calibri" panose="020F0502020204030204" charset="0"/>
              </a:rPr>
              <a:t>Ecommerce Transactional Data Collection</a:t>
            </a:r>
            <a:endParaRPr lang="en-IN" altLang="en-US">
              <a:solidFill>
                <a:schemeClr val="tx1">
                  <a:lumMod val="85000"/>
                  <a:lumOff val="15000"/>
                </a:schemeClr>
              </a:solidFill>
              <a:latin typeface="Calibri" panose="020F0502020204030204" charset="0"/>
              <a:cs typeface="Calibri" panose="020F0502020204030204" charset="0"/>
            </a:endParaRPr>
          </a:p>
        </p:txBody>
      </p:sp>
      <p:cxnSp>
        <p:nvCxnSpPr>
          <p:cNvPr id="34" name="直接箭头连接符 2"/>
          <p:cNvCxnSpPr/>
          <p:nvPr>
            <p:custDataLst>
              <p:tags r:id="rId10"/>
            </p:custDataLst>
          </p:nvPr>
        </p:nvCxnSpPr>
        <p:spPr>
          <a:xfrm flipH="1" flipV="1">
            <a:off x="1948609" y="4201183"/>
            <a:ext cx="2519" cy="583983"/>
          </a:xfrm>
          <a:prstGeom prst="straightConnector1">
            <a:avLst/>
          </a:prstGeom>
          <a:ln>
            <a:solidFill>
              <a:schemeClr val="accent1">
                <a:lumMod val="60000"/>
                <a:lumOff val="40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35" name="矩形 7"/>
          <p:cNvSpPr/>
          <p:nvPr>
            <p:custDataLst>
              <p:tags r:id="rId11"/>
            </p:custDataLst>
          </p:nvPr>
        </p:nvSpPr>
        <p:spPr>
          <a:xfrm>
            <a:off x="5543550" y="4599940"/>
            <a:ext cx="2525395" cy="724535"/>
          </a:xfrm>
          <a:prstGeom prst="rect">
            <a:avLst/>
          </a:prstGeom>
          <a:noFill/>
        </p:spPr>
        <p:txBody>
          <a:bodyPr wrap="square" lIns="0" tIns="0" rIns="0" bIns="0" rtlCol="0" anchor="t" anchorCtr="0">
            <a:normAutofit/>
          </a:bodyPr>
          <a:p>
            <a:pPr>
              <a:lnSpc>
                <a:spcPct val="130000"/>
              </a:lnSpc>
              <a:spcBef>
                <a:spcPct val="0"/>
              </a:spcBef>
              <a:spcAft>
                <a:spcPct val="0"/>
              </a:spcAft>
            </a:pPr>
            <a:r>
              <a:rPr lang="en-US" altLang="en-US">
                <a:solidFill>
                  <a:schemeClr val="tx1">
                    <a:lumMod val="85000"/>
                    <a:lumOff val="15000"/>
                  </a:schemeClr>
                </a:solidFill>
                <a:latin typeface="Calibri" panose="020F0502020204030204" charset="0"/>
                <a:cs typeface="Calibri" panose="020F0502020204030204" charset="0"/>
              </a:rPr>
              <a:t>Feature Engineering</a:t>
            </a:r>
            <a:r>
              <a:rPr lang="en-IN" altLang="en-US">
                <a:solidFill>
                  <a:schemeClr val="tx1">
                    <a:lumMod val="85000"/>
                    <a:lumOff val="15000"/>
                  </a:schemeClr>
                </a:solidFill>
                <a:latin typeface="Calibri" panose="020F0502020204030204" charset="0"/>
                <a:cs typeface="Calibri" panose="020F0502020204030204" charset="0"/>
              </a:rPr>
              <a:t> and Exploratory Data Analysis</a:t>
            </a:r>
            <a:endParaRPr lang="en-IN" altLang="en-US">
              <a:solidFill>
                <a:schemeClr val="tx1">
                  <a:lumMod val="85000"/>
                  <a:lumOff val="15000"/>
                </a:schemeClr>
              </a:solidFill>
              <a:latin typeface="Calibri" panose="020F0502020204030204" charset="0"/>
              <a:cs typeface="Calibri" panose="020F0502020204030204" charset="0"/>
            </a:endParaRPr>
          </a:p>
        </p:txBody>
      </p:sp>
      <p:cxnSp>
        <p:nvCxnSpPr>
          <p:cNvPr id="36" name="直接箭头连接符 6"/>
          <p:cNvCxnSpPr/>
          <p:nvPr>
            <p:custDataLst>
              <p:tags r:id="rId12"/>
            </p:custDataLst>
          </p:nvPr>
        </p:nvCxnSpPr>
        <p:spPr>
          <a:xfrm flipH="1" flipV="1">
            <a:off x="5411564" y="4201183"/>
            <a:ext cx="2519" cy="583983"/>
          </a:xfrm>
          <a:prstGeom prst="straightConnector1">
            <a:avLst/>
          </a:prstGeom>
          <a:ln>
            <a:solidFill>
              <a:schemeClr val="accent1">
                <a:lumMod val="60000"/>
                <a:lumOff val="40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37" name="矩形 9"/>
          <p:cNvSpPr/>
          <p:nvPr>
            <p:custDataLst>
              <p:tags r:id="rId13"/>
            </p:custDataLst>
          </p:nvPr>
        </p:nvSpPr>
        <p:spPr>
          <a:xfrm>
            <a:off x="9034424" y="4543719"/>
            <a:ext cx="2525351" cy="714755"/>
          </a:xfrm>
          <a:prstGeom prst="rect">
            <a:avLst/>
          </a:prstGeom>
          <a:noFill/>
        </p:spPr>
        <p:txBody>
          <a:bodyPr wrap="square" lIns="0" tIns="0" rIns="0" bIns="0" rtlCol="0" anchor="t" anchorCtr="0">
            <a:normAutofit/>
          </a:bodyPr>
          <a:p>
            <a:pPr>
              <a:lnSpc>
                <a:spcPct val="130000"/>
              </a:lnSpc>
              <a:spcBef>
                <a:spcPct val="0"/>
              </a:spcBef>
              <a:spcAft>
                <a:spcPct val="0"/>
              </a:spcAft>
            </a:pPr>
            <a:r>
              <a:rPr lang="en-IN" altLang="en-US" dirty="0">
                <a:solidFill>
                  <a:schemeClr val="tx1">
                    <a:lumMod val="85000"/>
                    <a:lumOff val="15000"/>
                  </a:schemeClr>
                </a:solidFill>
                <a:latin typeface="Calibri" panose="020F0502020204030204" charset="0"/>
                <a:cs typeface="Calibri" panose="020F0502020204030204" charset="0"/>
              </a:rPr>
              <a:t>Report and Dashboard Creation</a:t>
            </a:r>
            <a:endParaRPr lang="en-IN" altLang="en-US" dirty="0">
              <a:solidFill>
                <a:schemeClr val="tx1">
                  <a:lumMod val="85000"/>
                  <a:lumOff val="15000"/>
                </a:schemeClr>
              </a:solidFill>
              <a:latin typeface="Calibri" panose="020F0502020204030204" charset="0"/>
              <a:cs typeface="Calibri" panose="020F0502020204030204" charset="0"/>
            </a:endParaRPr>
          </a:p>
        </p:txBody>
      </p:sp>
      <p:cxnSp>
        <p:nvCxnSpPr>
          <p:cNvPr id="38" name="直接箭头连接符 10"/>
          <p:cNvCxnSpPr/>
          <p:nvPr>
            <p:custDataLst>
              <p:tags r:id="rId14"/>
            </p:custDataLst>
          </p:nvPr>
        </p:nvCxnSpPr>
        <p:spPr>
          <a:xfrm flipH="1" flipV="1">
            <a:off x="8865701" y="4201183"/>
            <a:ext cx="2519" cy="583983"/>
          </a:xfrm>
          <a:prstGeom prst="straightConnector1">
            <a:avLst/>
          </a:prstGeom>
          <a:ln>
            <a:solidFill>
              <a:schemeClr val="accent1">
                <a:lumMod val="60000"/>
                <a:lumOff val="40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39" name="矩形 14"/>
          <p:cNvSpPr/>
          <p:nvPr>
            <p:custDataLst>
              <p:tags r:id="rId15"/>
            </p:custDataLst>
          </p:nvPr>
        </p:nvSpPr>
        <p:spPr>
          <a:xfrm>
            <a:off x="7308850" y="1910715"/>
            <a:ext cx="2525395" cy="716915"/>
          </a:xfrm>
          <a:prstGeom prst="rect">
            <a:avLst/>
          </a:prstGeom>
          <a:noFill/>
        </p:spPr>
        <p:txBody>
          <a:bodyPr wrap="square" lIns="0" tIns="0" rIns="0" bIns="0" rtlCol="0" anchor="t" anchorCtr="0">
            <a:normAutofit/>
          </a:bodyPr>
          <a:p>
            <a:pPr>
              <a:lnSpc>
                <a:spcPct val="130000"/>
              </a:lnSpc>
              <a:spcBef>
                <a:spcPct val="0"/>
              </a:spcBef>
              <a:spcAft>
                <a:spcPct val="0"/>
              </a:spcAft>
            </a:pPr>
            <a:r>
              <a:rPr lang="en-US" altLang="en-US">
                <a:solidFill>
                  <a:schemeClr val="tx1">
                    <a:lumMod val="85000"/>
                    <a:lumOff val="15000"/>
                  </a:schemeClr>
                </a:solidFill>
                <a:latin typeface="Calibri" panose="020F0502020204030204" charset="0"/>
                <a:cs typeface="Calibri" panose="020F0502020204030204" charset="0"/>
              </a:rPr>
              <a:t>Cohort</a:t>
            </a:r>
            <a:r>
              <a:rPr lang="en-IN" altLang="en-US">
                <a:solidFill>
                  <a:schemeClr val="tx1">
                    <a:lumMod val="85000"/>
                    <a:lumOff val="15000"/>
                  </a:schemeClr>
                </a:solidFill>
                <a:latin typeface="Calibri" panose="020F0502020204030204" charset="0"/>
                <a:cs typeface="Calibri" panose="020F0502020204030204" charset="0"/>
              </a:rPr>
              <a:t>, Segmentation </a:t>
            </a:r>
            <a:r>
              <a:rPr lang="en-US" altLang="en-US">
                <a:solidFill>
                  <a:schemeClr val="tx1">
                    <a:lumMod val="85000"/>
                    <a:lumOff val="15000"/>
                  </a:schemeClr>
                </a:solidFill>
                <a:latin typeface="Calibri" panose="020F0502020204030204" charset="0"/>
                <a:cs typeface="Calibri" panose="020F0502020204030204" charset="0"/>
              </a:rPr>
              <a:t>&amp; CLTV Analysis</a:t>
            </a:r>
            <a:endParaRPr lang="en-US" altLang="en-US">
              <a:solidFill>
                <a:schemeClr val="tx1">
                  <a:lumMod val="85000"/>
                  <a:lumOff val="15000"/>
                </a:schemeClr>
              </a:solidFill>
              <a:latin typeface="Calibri" panose="020F0502020204030204" charset="0"/>
              <a:cs typeface="Calibri" panose="020F0502020204030204" charset="0"/>
            </a:endParaRPr>
          </a:p>
        </p:txBody>
      </p:sp>
      <p:cxnSp>
        <p:nvCxnSpPr>
          <p:cNvPr id="40" name="直接箭头连接符 13"/>
          <p:cNvCxnSpPr/>
          <p:nvPr>
            <p:custDataLst>
              <p:tags r:id="rId16"/>
            </p:custDataLst>
          </p:nvPr>
        </p:nvCxnSpPr>
        <p:spPr>
          <a:xfrm flipV="1">
            <a:off x="7145247" y="2307488"/>
            <a:ext cx="0" cy="572014"/>
          </a:xfrm>
          <a:prstGeom prst="straightConnector1">
            <a:avLst/>
          </a:prstGeom>
          <a:ln>
            <a:solidFill>
              <a:schemeClr val="accent2">
                <a:lumMod val="60000"/>
                <a:lumOff val="40000"/>
              </a:schemeClr>
            </a:solidFill>
            <a:tailEnd type="oval" w="sm" len="sm"/>
          </a:ln>
        </p:spPr>
        <p:style>
          <a:lnRef idx="1">
            <a:schemeClr val="accent1"/>
          </a:lnRef>
          <a:fillRef idx="0">
            <a:schemeClr val="accent1"/>
          </a:fillRef>
          <a:effectRef idx="0">
            <a:schemeClr val="accent1"/>
          </a:effectRef>
          <a:fontRef idx="minor">
            <a:schemeClr val="tx1"/>
          </a:fontRef>
        </p:style>
      </p:cxnSp>
      <p:sp>
        <p:nvSpPr>
          <p:cNvPr id="41" name="矩形 16"/>
          <p:cNvSpPr/>
          <p:nvPr>
            <p:custDataLst>
              <p:tags r:id="rId17"/>
            </p:custDataLst>
          </p:nvPr>
        </p:nvSpPr>
        <p:spPr>
          <a:xfrm>
            <a:off x="3810635" y="1910715"/>
            <a:ext cx="1979295" cy="711835"/>
          </a:xfrm>
          <a:prstGeom prst="rect">
            <a:avLst/>
          </a:prstGeom>
          <a:noFill/>
        </p:spPr>
        <p:txBody>
          <a:bodyPr wrap="square" lIns="0" tIns="0" rIns="0" bIns="0" rtlCol="0" anchor="t" anchorCtr="0">
            <a:noAutofit/>
          </a:bodyPr>
          <a:p>
            <a:pPr>
              <a:lnSpc>
                <a:spcPct val="130000"/>
              </a:lnSpc>
              <a:spcBef>
                <a:spcPct val="0"/>
              </a:spcBef>
              <a:spcAft>
                <a:spcPct val="0"/>
              </a:spcAft>
            </a:pPr>
            <a:r>
              <a:rPr lang="en-US" altLang="en-US">
                <a:solidFill>
                  <a:schemeClr val="tx1">
                    <a:lumMod val="85000"/>
                    <a:lumOff val="15000"/>
                  </a:schemeClr>
                </a:solidFill>
                <a:latin typeface="Calibri" panose="020F0502020204030204" charset="0"/>
                <a:cs typeface="Calibri" panose="020F0502020204030204" charset="0"/>
              </a:rPr>
              <a:t>Data Cleaning</a:t>
            </a:r>
            <a:r>
              <a:rPr lang="en-IN" altLang="en-US">
                <a:solidFill>
                  <a:schemeClr val="tx1">
                    <a:lumMod val="85000"/>
                    <a:lumOff val="15000"/>
                  </a:schemeClr>
                </a:solidFill>
                <a:latin typeface="Calibri" panose="020F0502020204030204" charset="0"/>
                <a:cs typeface="Calibri" panose="020F0502020204030204" charset="0"/>
              </a:rPr>
              <a:t> and Data Pre-processing</a:t>
            </a:r>
            <a:endParaRPr lang="en-IN" altLang="en-US">
              <a:solidFill>
                <a:schemeClr val="tx1">
                  <a:lumMod val="85000"/>
                  <a:lumOff val="15000"/>
                </a:schemeClr>
              </a:solidFill>
              <a:latin typeface="Calibri" panose="020F0502020204030204" charset="0"/>
              <a:cs typeface="Calibri" panose="020F0502020204030204" charset="0"/>
            </a:endParaRPr>
          </a:p>
        </p:txBody>
      </p:sp>
      <p:cxnSp>
        <p:nvCxnSpPr>
          <p:cNvPr id="42" name="直接箭头连接符 15"/>
          <p:cNvCxnSpPr/>
          <p:nvPr>
            <p:custDataLst>
              <p:tags r:id="rId18"/>
            </p:custDataLst>
          </p:nvPr>
        </p:nvCxnSpPr>
        <p:spPr>
          <a:xfrm flipV="1">
            <a:off x="3669062" y="2307488"/>
            <a:ext cx="0" cy="572014"/>
          </a:xfrm>
          <a:prstGeom prst="straightConnector1">
            <a:avLst/>
          </a:prstGeom>
          <a:ln>
            <a:solidFill>
              <a:schemeClr val="accent2">
                <a:lumMod val="60000"/>
                <a:lumOff val="40000"/>
              </a:schemeClr>
            </a:solidFill>
            <a:tailEnd type="oval" w="sm" len="sm"/>
          </a:ln>
        </p:spPr>
        <p:style>
          <a:lnRef idx="1">
            <a:schemeClr val="accent1"/>
          </a:lnRef>
          <a:fillRef idx="0">
            <a:schemeClr val="accent1"/>
          </a:fillRef>
          <a:effectRef idx="0">
            <a:schemeClr val="accent1"/>
          </a:effectRef>
          <a:fontRef idx="minor">
            <a:schemeClr val="tx1"/>
          </a:fontRef>
        </p:style>
      </p:cxnSp>
      <p:sp>
        <p:nvSpPr>
          <p:cNvPr id="4" name="Text Box 3"/>
          <p:cNvSpPr txBox="1"/>
          <p:nvPr/>
        </p:nvSpPr>
        <p:spPr>
          <a:xfrm>
            <a:off x="918210" y="748347"/>
            <a:ext cx="5080000" cy="521970"/>
          </a:xfrm>
          <a:prstGeom prst="rect">
            <a:avLst/>
          </a:prstGeom>
        </p:spPr>
        <p:txBody>
          <a:bodyPr>
            <a:spAutoFit/>
          </a:bodyPr>
          <a:p>
            <a:r>
              <a:rPr lang="en-US" altLang="zh-CN" sz="2800" b="1" smtClean="0">
                <a:ln>
                  <a:noFill/>
                  <a:prstDash val="sysDot"/>
                </a:ln>
                <a:solidFill>
                  <a:schemeClr val="accent1"/>
                </a:solidFill>
                <a:latin typeface="Calibri" panose="020F0502020204030204" charset="0"/>
                <a:ea typeface="+mj-ea"/>
                <a:cs typeface="Calibri" panose="020F0502020204030204" charset="0"/>
              </a:rPr>
              <a:t>Analytical Pipeline</a:t>
            </a:r>
            <a:endParaRPr lang="en-US" altLang="zh-CN" sz="2800" b="1" smtClean="0">
              <a:ln>
                <a:noFill/>
                <a:prstDash val="sysDot"/>
              </a:ln>
              <a:solidFill>
                <a:schemeClr val="accent1"/>
              </a:solidFill>
              <a:latin typeface="Calibri" panose="020F0502020204030204" charset="0"/>
              <a:ea typeface="+mj-ea"/>
              <a:cs typeface="Calibri" panose="020F0502020204030204" charset="0"/>
            </a:endParaRPr>
          </a:p>
        </p:txBody>
      </p:sp>
    </p:spTree>
    <p:custDataLst>
      <p:tags r:id="rId19"/>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2635" y="634683"/>
            <a:ext cx="5080000" cy="521970"/>
          </a:xfrm>
          <a:prstGeom prst="rect">
            <a:avLst/>
          </a:prstGeom>
        </p:spPr>
        <p:txBody>
          <a:bodyPr>
            <a:spAutoFit/>
          </a:bodyPr>
          <a:p>
            <a:r>
              <a:rPr lang="en-US" altLang="zh-CN" sz="2800" b="1" smtClean="0">
                <a:ln>
                  <a:noFill/>
                  <a:prstDash val="sysDot"/>
                </a:ln>
                <a:solidFill>
                  <a:schemeClr val="accent1"/>
                </a:solidFill>
                <a:latin typeface="Calibri" panose="020F0502020204030204" charset="0"/>
                <a:ea typeface="+mj-ea"/>
                <a:cs typeface="Calibri" panose="020F0502020204030204" charset="0"/>
              </a:rPr>
              <a:t>Cohort Retention Matrix</a:t>
            </a:r>
            <a:endParaRPr lang="en-US" altLang="zh-CN" sz="2800" b="1" smtClean="0">
              <a:ln>
                <a:noFill/>
                <a:prstDash val="sysDot"/>
              </a:ln>
              <a:solidFill>
                <a:schemeClr val="accent1"/>
              </a:solidFill>
              <a:latin typeface="Calibri" panose="020F0502020204030204" charset="0"/>
              <a:ea typeface="+mj-ea"/>
              <a:cs typeface="Calibri" panose="020F0502020204030204" charset="0"/>
            </a:endParaRPr>
          </a:p>
        </p:txBody>
      </p:sp>
      <p:sp>
        <p:nvSpPr>
          <p:cNvPr id="3" name="Text Box 2"/>
          <p:cNvSpPr txBox="1"/>
          <p:nvPr/>
        </p:nvSpPr>
        <p:spPr>
          <a:xfrm>
            <a:off x="762635" y="1197610"/>
            <a:ext cx="10774680" cy="645160"/>
          </a:xfrm>
          <a:prstGeom prst="rect">
            <a:avLst/>
          </a:prstGeom>
          <a:noFill/>
        </p:spPr>
        <p:txBody>
          <a:bodyPr wrap="square" rtlCol="0">
            <a:spAutoFit/>
          </a:bodyPr>
          <a:p>
            <a:r>
              <a:rPr lang="en-US" altLang="en-US" b="1">
                <a:latin typeface="Calibri" panose="020F0502020204030204" charset="0"/>
                <a:cs typeface="Calibri" panose="020F0502020204030204" charset="0"/>
              </a:rPr>
              <a:t>Objective</a:t>
            </a:r>
            <a:r>
              <a:rPr lang="en-US" altLang="en-US">
                <a:latin typeface="Calibri" panose="020F0502020204030204" charset="0"/>
                <a:cs typeface="Calibri" panose="020F0502020204030204" charset="0"/>
              </a:rPr>
              <a:t>: Understand how customer retention changes after the first purchase and identify major drop-off points.</a:t>
            </a:r>
            <a:endParaRPr lang="en-US" altLang="en-US">
              <a:latin typeface="Calibri" panose="020F0502020204030204" charset="0"/>
              <a:cs typeface="Calibri" panose="020F0502020204030204" charset="0"/>
            </a:endParaRPr>
          </a:p>
        </p:txBody>
      </p:sp>
      <p:pic>
        <p:nvPicPr>
          <p:cNvPr id="5" name="Picture 4" descr="Screenshot 2026-08-02 180914"/>
          <p:cNvPicPr>
            <a:picLocks noChangeAspect="1"/>
          </p:cNvPicPr>
          <p:nvPr/>
        </p:nvPicPr>
        <p:blipFill>
          <a:blip r:embed="rId1"/>
          <a:stretch>
            <a:fillRect/>
          </a:stretch>
        </p:blipFill>
        <p:spPr>
          <a:xfrm>
            <a:off x="762635" y="1770380"/>
            <a:ext cx="5507990" cy="4399915"/>
          </a:xfrm>
          <a:prstGeom prst="rect">
            <a:avLst/>
          </a:prstGeom>
        </p:spPr>
      </p:pic>
      <p:sp>
        <p:nvSpPr>
          <p:cNvPr id="4" name="Text Box 3"/>
          <p:cNvSpPr txBox="1"/>
          <p:nvPr/>
        </p:nvSpPr>
        <p:spPr>
          <a:xfrm>
            <a:off x="6480175" y="1770380"/>
            <a:ext cx="4064000" cy="368300"/>
          </a:xfrm>
          <a:prstGeom prst="rect">
            <a:avLst/>
          </a:prstGeom>
          <a:noFill/>
        </p:spPr>
        <p:txBody>
          <a:bodyPr wrap="square" rtlCol="0">
            <a:spAutoFit/>
          </a:bodyPr>
          <a:p>
            <a:r>
              <a:rPr lang="en-US" altLang="en-US" b="1">
                <a:latin typeface="Calibri" panose="020F0502020204030204" charset="0"/>
                <a:cs typeface="Calibri" panose="020F0502020204030204" charset="0"/>
              </a:rPr>
              <a:t>Key Metrics to Highlight</a:t>
            </a:r>
            <a:endParaRPr lang="en-US" altLang="en-US" b="1">
              <a:latin typeface="Calibri" panose="020F0502020204030204" charset="0"/>
              <a:cs typeface="Calibri" panose="020F0502020204030204" charset="0"/>
            </a:endParaRPr>
          </a:p>
        </p:txBody>
      </p:sp>
      <p:sp>
        <p:nvSpPr>
          <p:cNvPr id="6" name="Text Box 5"/>
          <p:cNvSpPr txBox="1"/>
          <p:nvPr/>
        </p:nvSpPr>
        <p:spPr>
          <a:xfrm>
            <a:off x="6480175" y="2138680"/>
            <a:ext cx="5408295" cy="1198880"/>
          </a:xfrm>
          <a:prstGeom prst="rect">
            <a:avLst/>
          </a:prstGeom>
          <a:noFill/>
        </p:spPr>
        <p:txBody>
          <a:bodyPr wrap="square" rtlCol="0">
            <a:spAutoFit/>
          </a:bodyPr>
          <a:p>
            <a:pPr marL="285750" indent="-285750">
              <a:buFont typeface="Arial" panose="020B0604020202020204" pitchFamily="34" charset="0"/>
              <a:buChar char="•"/>
            </a:pPr>
            <a:r>
              <a:rPr lang="en-US" altLang="en-US">
                <a:latin typeface="Calibri" panose="020F0502020204030204" charset="0"/>
                <a:cs typeface="Calibri" panose="020F0502020204030204" charset="0"/>
              </a:rPr>
              <a:t>Month 0: Initial customer cohort</a:t>
            </a:r>
            <a:endParaRPr lang="en-US" altLang="en-US">
              <a:latin typeface="Calibri" panose="020F0502020204030204" charset="0"/>
              <a:cs typeface="Calibri" panose="020F0502020204030204" charset="0"/>
            </a:endParaRPr>
          </a:p>
          <a:p>
            <a:pPr marL="285750" indent="-285750">
              <a:buFont typeface="Arial" panose="020B0604020202020204" pitchFamily="34" charset="0"/>
              <a:buChar char="•"/>
            </a:pPr>
            <a:r>
              <a:rPr lang="en-US" altLang="en-US">
                <a:latin typeface="Calibri" panose="020F0502020204030204" charset="0"/>
                <a:cs typeface="Calibri" panose="020F0502020204030204" charset="0"/>
              </a:rPr>
              <a:t>Month 1, Month 2, ...: Subsequent customer activity</a:t>
            </a:r>
            <a:endParaRPr lang="en-US" altLang="en-US">
              <a:latin typeface="Calibri" panose="020F0502020204030204" charset="0"/>
              <a:cs typeface="Calibri" panose="020F0502020204030204" charset="0"/>
            </a:endParaRPr>
          </a:p>
          <a:p>
            <a:pPr marL="285750" indent="-285750">
              <a:buFont typeface="Arial" panose="020B0604020202020204" pitchFamily="34" charset="0"/>
              <a:buChar char="•"/>
            </a:pPr>
            <a:r>
              <a:rPr lang="en-US" altLang="en-US">
                <a:latin typeface="Calibri" panose="020F0502020204030204" charset="0"/>
                <a:cs typeface="Calibri" panose="020F0502020204030204" charset="0"/>
              </a:rPr>
              <a:t>Retention %: Percentage of the original cohort remaining active</a:t>
            </a:r>
            <a:endParaRPr lang="en-US" altLang="en-US">
              <a:latin typeface="Calibri" panose="020F0502020204030204" charset="0"/>
              <a:cs typeface="Calibri" panose="020F0502020204030204" charset="0"/>
            </a:endParaRPr>
          </a:p>
        </p:txBody>
      </p:sp>
      <p:sp>
        <p:nvSpPr>
          <p:cNvPr id="7" name="Text Box 6"/>
          <p:cNvSpPr txBox="1"/>
          <p:nvPr/>
        </p:nvSpPr>
        <p:spPr>
          <a:xfrm>
            <a:off x="6490970" y="3429000"/>
            <a:ext cx="4064000" cy="368300"/>
          </a:xfrm>
          <a:prstGeom prst="rect">
            <a:avLst/>
          </a:prstGeom>
          <a:noFill/>
        </p:spPr>
        <p:txBody>
          <a:bodyPr wrap="square" rtlCol="0">
            <a:spAutoFit/>
          </a:bodyPr>
          <a:p>
            <a:r>
              <a:rPr lang="en-US" altLang="en-US" b="1">
                <a:latin typeface="Calibri" panose="020F0502020204030204" charset="0"/>
                <a:cs typeface="Calibri" panose="020F0502020204030204" charset="0"/>
              </a:rPr>
              <a:t>Key Insight</a:t>
            </a:r>
            <a:endParaRPr lang="en-IN" altLang="en-US"/>
          </a:p>
        </p:txBody>
      </p:sp>
      <p:sp>
        <p:nvSpPr>
          <p:cNvPr id="8" name="Text Box 7"/>
          <p:cNvSpPr txBox="1"/>
          <p:nvPr/>
        </p:nvSpPr>
        <p:spPr>
          <a:xfrm>
            <a:off x="6480175" y="3797300"/>
            <a:ext cx="5408295" cy="922020"/>
          </a:xfrm>
          <a:prstGeom prst="rect">
            <a:avLst/>
          </a:prstGeom>
          <a:noFill/>
        </p:spPr>
        <p:txBody>
          <a:bodyPr wrap="square" rtlCol="0">
            <a:spAutoFit/>
          </a:bodyPr>
          <a:p>
            <a:r>
              <a:rPr lang="en-US" altLang="en-US">
                <a:latin typeface="Calibri" panose="020F0502020204030204" charset="0"/>
                <a:cs typeface="Calibri" panose="020F0502020204030204" charset="0"/>
              </a:rPr>
              <a:t>Customer retention declines sharply after the initial purchase, with the largest customer drop-off occurring in the early months following acquisition.</a:t>
            </a:r>
            <a:endParaRPr lang="en-US" altLang="en-US">
              <a:latin typeface="Calibri" panose="020F0502020204030204" charset="0"/>
              <a:cs typeface="Calibri" panose="020F0502020204030204" charset="0"/>
            </a:endParaRPr>
          </a:p>
        </p:txBody>
      </p:sp>
      <p:sp>
        <p:nvSpPr>
          <p:cNvPr id="9" name="Text Box 8"/>
          <p:cNvSpPr txBox="1"/>
          <p:nvPr/>
        </p:nvSpPr>
        <p:spPr>
          <a:xfrm>
            <a:off x="6490970" y="4775200"/>
            <a:ext cx="4064000" cy="368300"/>
          </a:xfrm>
          <a:prstGeom prst="rect">
            <a:avLst/>
          </a:prstGeom>
          <a:noFill/>
        </p:spPr>
        <p:txBody>
          <a:bodyPr wrap="square" rtlCol="0">
            <a:spAutoFit/>
          </a:bodyPr>
          <a:p>
            <a:r>
              <a:rPr lang="en-US" altLang="en-US" b="1">
                <a:latin typeface="Calibri" panose="020F0502020204030204" charset="0"/>
                <a:cs typeface="Calibri" panose="020F0502020204030204" charset="0"/>
              </a:rPr>
              <a:t>Business </a:t>
            </a:r>
            <a:r>
              <a:rPr lang="en-US" altLang="en-US" b="1">
                <a:latin typeface="Calibri" panose="020F0502020204030204" charset="0"/>
                <a:cs typeface="Calibri" panose="020F0502020204030204" charset="0"/>
              </a:rPr>
              <a:t>Implication</a:t>
            </a:r>
            <a:endParaRPr lang="en-US" altLang="en-US"/>
          </a:p>
        </p:txBody>
      </p:sp>
      <p:sp>
        <p:nvSpPr>
          <p:cNvPr id="10" name="Text Box 9"/>
          <p:cNvSpPr txBox="1"/>
          <p:nvPr/>
        </p:nvSpPr>
        <p:spPr>
          <a:xfrm>
            <a:off x="6490970" y="5199380"/>
            <a:ext cx="5397500" cy="922020"/>
          </a:xfrm>
          <a:prstGeom prst="rect">
            <a:avLst/>
          </a:prstGeom>
          <a:noFill/>
        </p:spPr>
        <p:txBody>
          <a:bodyPr wrap="square" rtlCol="0">
            <a:spAutoFit/>
          </a:bodyPr>
          <a:p>
            <a:r>
              <a:rPr lang="en-US" altLang="en-US">
                <a:latin typeface="Calibri" panose="020F0502020204030204" charset="0"/>
                <a:cs typeface="Calibri" panose="020F0502020204030204" charset="0"/>
              </a:rPr>
              <a:t>Early post-purchase engagement is critical. Targeted re-engagement campaigns during the first few months could help reduce customer churn.</a:t>
            </a:r>
            <a:endParaRPr lang="en-US" altLang="en-US">
              <a:latin typeface="Calibri" panose="020F0502020204030204" charset="0"/>
              <a:cs typeface="Calibri" panose="020F0502020204030204" charset="0"/>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2635" y="634683"/>
            <a:ext cx="5080000" cy="521970"/>
          </a:xfrm>
          <a:prstGeom prst="rect">
            <a:avLst/>
          </a:prstGeom>
        </p:spPr>
        <p:txBody>
          <a:bodyPr>
            <a:spAutoFit/>
          </a:bodyPr>
          <a:p>
            <a:r>
              <a:rPr lang="en-US" altLang="en-US" sz="2800" b="1" smtClean="0">
                <a:ln>
                  <a:noFill/>
                  <a:prstDash val="sysDot"/>
                </a:ln>
                <a:solidFill>
                  <a:schemeClr val="accent1"/>
                </a:solidFill>
                <a:latin typeface="Calibri" panose="020F0502020204030204" charset="0"/>
                <a:ea typeface="+mj-ea"/>
                <a:cs typeface="Calibri" panose="020F0502020204030204" charset="0"/>
                <a:sym typeface="+mn-ea"/>
              </a:rPr>
              <a:t>Customer Value Segmentation</a:t>
            </a:r>
            <a:endParaRPr lang="en-US" altLang="zh-CN" sz="2800" b="1" smtClean="0">
              <a:ln>
                <a:noFill/>
                <a:prstDash val="sysDot"/>
              </a:ln>
              <a:solidFill>
                <a:schemeClr val="accent1"/>
              </a:solidFill>
              <a:latin typeface="Calibri" panose="020F0502020204030204" charset="0"/>
              <a:ea typeface="+mj-ea"/>
              <a:cs typeface="Calibri" panose="020F0502020204030204" charset="0"/>
            </a:endParaRPr>
          </a:p>
        </p:txBody>
      </p:sp>
      <p:sp>
        <p:nvSpPr>
          <p:cNvPr id="3" name="Text Box 2"/>
          <p:cNvSpPr txBox="1"/>
          <p:nvPr/>
        </p:nvSpPr>
        <p:spPr>
          <a:xfrm>
            <a:off x="762635" y="1197610"/>
            <a:ext cx="10774680" cy="368300"/>
          </a:xfrm>
          <a:prstGeom prst="rect">
            <a:avLst/>
          </a:prstGeom>
          <a:noFill/>
        </p:spPr>
        <p:txBody>
          <a:bodyPr wrap="square" rtlCol="0">
            <a:spAutoFit/>
          </a:bodyPr>
          <a:p>
            <a:r>
              <a:rPr lang="en-US" altLang="en-US" b="1">
                <a:latin typeface="Calibri" panose="020F0502020204030204" charset="0"/>
                <a:cs typeface="Calibri" panose="020F0502020204030204" charset="0"/>
                <a:sym typeface="+mn-ea"/>
              </a:rPr>
              <a:t>Objective</a:t>
            </a:r>
            <a:r>
              <a:rPr lang="en-US" altLang="en-US">
                <a:latin typeface="Calibri" panose="020F0502020204030204" charset="0"/>
                <a:cs typeface="Calibri" panose="020F0502020204030204" charset="0"/>
                <a:sym typeface="+mn-ea"/>
              </a:rPr>
              <a:t>: Identify high-</a:t>
            </a:r>
            <a:r>
              <a:rPr lang="en-IN" altLang="en-US">
                <a:latin typeface="Calibri" panose="020F0502020204030204" charset="0"/>
                <a:cs typeface="Calibri" panose="020F0502020204030204" charset="0"/>
                <a:sym typeface="+mn-ea"/>
              </a:rPr>
              <a:t>value</a:t>
            </a:r>
            <a:r>
              <a:rPr lang="en-US" altLang="en-US">
                <a:latin typeface="Calibri" panose="020F0502020204030204" charset="0"/>
                <a:cs typeface="Calibri" panose="020F0502020204030204" charset="0"/>
                <a:sym typeface="+mn-ea"/>
              </a:rPr>
              <a:t>, medium, and low-value customers based on their purchasing behavior and CLTV.</a:t>
            </a:r>
            <a:endParaRPr lang="en-US" altLang="en-US">
              <a:latin typeface="Calibri" panose="020F0502020204030204" charset="0"/>
              <a:cs typeface="Calibri" panose="020F0502020204030204" charset="0"/>
            </a:endParaRPr>
          </a:p>
        </p:txBody>
      </p:sp>
      <p:sp>
        <p:nvSpPr>
          <p:cNvPr id="4" name="Text Box 3"/>
          <p:cNvSpPr txBox="1"/>
          <p:nvPr/>
        </p:nvSpPr>
        <p:spPr>
          <a:xfrm>
            <a:off x="6480175" y="1770380"/>
            <a:ext cx="4064000" cy="368300"/>
          </a:xfrm>
          <a:prstGeom prst="rect">
            <a:avLst/>
          </a:prstGeom>
          <a:noFill/>
        </p:spPr>
        <p:txBody>
          <a:bodyPr wrap="square" rtlCol="0">
            <a:spAutoFit/>
          </a:bodyPr>
          <a:p>
            <a:r>
              <a:rPr lang="en-IN" altLang="en-US" b="1">
                <a:latin typeface="Calibri" panose="020F0502020204030204" charset="0"/>
                <a:cs typeface="Calibri" panose="020F0502020204030204" charset="0"/>
              </a:rPr>
              <a:t>Segmentation</a:t>
            </a:r>
            <a:endParaRPr lang="en-IN" altLang="en-US" b="1">
              <a:latin typeface="Calibri" panose="020F0502020204030204" charset="0"/>
              <a:cs typeface="Calibri" panose="020F0502020204030204" charset="0"/>
            </a:endParaRPr>
          </a:p>
        </p:txBody>
      </p:sp>
      <p:sp>
        <p:nvSpPr>
          <p:cNvPr id="6" name="Text Box 5"/>
          <p:cNvSpPr txBox="1"/>
          <p:nvPr/>
        </p:nvSpPr>
        <p:spPr>
          <a:xfrm>
            <a:off x="6480175" y="2138680"/>
            <a:ext cx="5408295" cy="1198880"/>
          </a:xfrm>
          <a:prstGeom prst="rect">
            <a:avLst/>
          </a:prstGeom>
          <a:noFill/>
        </p:spPr>
        <p:txBody>
          <a:bodyPr wrap="square" rtlCol="0">
            <a:spAutoFit/>
          </a:bodyPr>
          <a:p>
            <a:pPr indent="0">
              <a:buFont typeface="Arial" panose="020B0604020202020204" pitchFamily="34" charset="0"/>
              <a:buNone/>
            </a:pPr>
            <a:r>
              <a:rPr lang="en-IN" altLang="en-US">
                <a:latin typeface="Calibri" panose="020F0502020204030204" charset="0"/>
                <a:cs typeface="Calibri" panose="020F0502020204030204" charset="0"/>
              </a:rPr>
              <a:t>Customers from the data where segemented in High, Medium and Low categories based on their Historical CLTV using </a:t>
            </a:r>
            <a:r>
              <a:rPr lang="en-IN" altLang="en-US" i="1">
                <a:latin typeface="Calibri" panose="020F0502020204030204" charset="0"/>
                <a:cs typeface="Calibri" panose="020F0502020204030204" charset="0"/>
              </a:rPr>
              <a:t>pd.qcut()</a:t>
            </a:r>
            <a:r>
              <a:rPr lang="en-IN" altLang="en-US">
                <a:latin typeface="Calibri" panose="020F0502020204030204" charset="0"/>
                <a:cs typeface="Calibri" panose="020F0502020204030204" charset="0"/>
              </a:rPr>
              <a:t> function in Python where each category had around 31k customers.</a:t>
            </a:r>
            <a:endParaRPr lang="en-IN" altLang="en-US">
              <a:latin typeface="Calibri" panose="020F0502020204030204" charset="0"/>
              <a:cs typeface="Calibri" panose="020F0502020204030204" charset="0"/>
            </a:endParaRPr>
          </a:p>
        </p:txBody>
      </p:sp>
      <p:sp>
        <p:nvSpPr>
          <p:cNvPr id="7" name="Text Box 6"/>
          <p:cNvSpPr txBox="1"/>
          <p:nvPr/>
        </p:nvSpPr>
        <p:spPr>
          <a:xfrm>
            <a:off x="6490970" y="3429000"/>
            <a:ext cx="4064000" cy="368300"/>
          </a:xfrm>
          <a:prstGeom prst="rect">
            <a:avLst/>
          </a:prstGeom>
          <a:noFill/>
        </p:spPr>
        <p:txBody>
          <a:bodyPr wrap="square" rtlCol="0">
            <a:spAutoFit/>
          </a:bodyPr>
          <a:p>
            <a:r>
              <a:rPr lang="en-US" altLang="en-US" b="1">
                <a:latin typeface="Calibri" panose="020F0502020204030204" charset="0"/>
                <a:cs typeface="Calibri" panose="020F0502020204030204" charset="0"/>
              </a:rPr>
              <a:t>Key Insight</a:t>
            </a:r>
            <a:endParaRPr lang="en-IN" altLang="en-US"/>
          </a:p>
        </p:txBody>
      </p:sp>
      <p:sp>
        <p:nvSpPr>
          <p:cNvPr id="8" name="Text Box 7"/>
          <p:cNvSpPr txBox="1"/>
          <p:nvPr/>
        </p:nvSpPr>
        <p:spPr>
          <a:xfrm>
            <a:off x="6480175" y="3797300"/>
            <a:ext cx="5408295" cy="922020"/>
          </a:xfrm>
          <a:prstGeom prst="rect">
            <a:avLst/>
          </a:prstGeom>
          <a:noFill/>
        </p:spPr>
        <p:txBody>
          <a:bodyPr wrap="square" rtlCol="0">
            <a:spAutoFit/>
          </a:bodyPr>
          <a:p>
            <a:r>
              <a:rPr lang="en-US" altLang="en-US">
                <a:latin typeface="Calibri" panose="020F0502020204030204" charset="0"/>
                <a:cs typeface="Calibri" panose="020F0502020204030204" charset="0"/>
                <a:sym typeface="+mn-ea"/>
              </a:rPr>
              <a:t>High-value customers represent a similar-sized customer group but generate substantially greater customer value than the lower-value segments.</a:t>
            </a:r>
            <a:endParaRPr lang="en-US" altLang="en-US">
              <a:latin typeface="Calibri" panose="020F0502020204030204" charset="0"/>
              <a:cs typeface="Calibri" panose="020F0502020204030204" charset="0"/>
            </a:endParaRPr>
          </a:p>
        </p:txBody>
      </p:sp>
      <p:sp>
        <p:nvSpPr>
          <p:cNvPr id="9" name="Text Box 8"/>
          <p:cNvSpPr txBox="1"/>
          <p:nvPr/>
        </p:nvSpPr>
        <p:spPr>
          <a:xfrm>
            <a:off x="6490970" y="4775200"/>
            <a:ext cx="4064000" cy="368300"/>
          </a:xfrm>
          <a:prstGeom prst="rect">
            <a:avLst/>
          </a:prstGeom>
          <a:noFill/>
        </p:spPr>
        <p:txBody>
          <a:bodyPr wrap="square" rtlCol="0">
            <a:spAutoFit/>
          </a:bodyPr>
          <a:p>
            <a:r>
              <a:rPr lang="en-US" altLang="en-US" b="1">
                <a:latin typeface="Calibri" panose="020F0502020204030204" charset="0"/>
                <a:cs typeface="Calibri" panose="020F0502020204030204" charset="0"/>
              </a:rPr>
              <a:t>Business </a:t>
            </a:r>
            <a:r>
              <a:rPr lang="en-US" altLang="en-US" b="1">
                <a:latin typeface="Calibri" panose="020F0502020204030204" charset="0"/>
                <a:cs typeface="Calibri" panose="020F0502020204030204" charset="0"/>
              </a:rPr>
              <a:t>Implication</a:t>
            </a:r>
            <a:endParaRPr lang="en-US" altLang="en-US"/>
          </a:p>
        </p:txBody>
      </p:sp>
      <p:sp>
        <p:nvSpPr>
          <p:cNvPr id="10" name="Text Box 9"/>
          <p:cNvSpPr txBox="1"/>
          <p:nvPr/>
        </p:nvSpPr>
        <p:spPr>
          <a:xfrm>
            <a:off x="6490970" y="5199380"/>
            <a:ext cx="5397500" cy="922020"/>
          </a:xfrm>
          <a:prstGeom prst="rect">
            <a:avLst/>
          </a:prstGeom>
          <a:noFill/>
        </p:spPr>
        <p:txBody>
          <a:bodyPr wrap="square" rtlCol="0">
            <a:spAutoFit/>
          </a:bodyPr>
          <a:p>
            <a:r>
              <a:rPr lang="en-US" altLang="en-US">
                <a:latin typeface="Calibri" panose="020F0502020204030204" charset="0"/>
                <a:cs typeface="Calibri" panose="020F0502020204030204" charset="0"/>
                <a:sym typeface="+mn-ea"/>
              </a:rPr>
              <a:t>High-value customers should be prioritized for retention initiatives, personalized offers, and </a:t>
            </a:r>
            <a:r>
              <a:rPr lang="en-IN" altLang="en-US">
                <a:latin typeface="Calibri" panose="020F0502020204030204" charset="0"/>
                <a:cs typeface="Calibri" panose="020F0502020204030204" charset="0"/>
                <a:sym typeface="+mn-ea"/>
              </a:rPr>
              <a:t>Customer </a:t>
            </a:r>
            <a:r>
              <a:rPr lang="en-US" altLang="en-US">
                <a:latin typeface="Calibri" panose="020F0502020204030204" charset="0"/>
                <a:cs typeface="Calibri" panose="020F0502020204030204" charset="0"/>
                <a:sym typeface="+mn-ea"/>
              </a:rPr>
              <a:t>loyalty programs.</a:t>
            </a:r>
            <a:endParaRPr lang="en-US" altLang="en-US">
              <a:latin typeface="Calibri" panose="020F0502020204030204" charset="0"/>
              <a:cs typeface="Calibri" panose="020F0502020204030204" charset="0"/>
            </a:endParaRPr>
          </a:p>
        </p:txBody>
      </p:sp>
      <p:pic>
        <p:nvPicPr>
          <p:cNvPr id="11" name="Picture 10" descr="Screenshot 2026-08-06 202811"/>
          <p:cNvPicPr>
            <a:picLocks noChangeAspect="1"/>
          </p:cNvPicPr>
          <p:nvPr/>
        </p:nvPicPr>
        <p:blipFill>
          <a:blip r:embed="rId1"/>
          <a:stretch>
            <a:fillRect/>
          </a:stretch>
        </p:blipFill>
        <p:spPr>
          <a:xfrm>
            <a:off x="762635" y="1770380"/>
            <a:ext cx="5333365" cy="4351020"/>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2635" y="634683"/>
            <a:ext cx="5080000" cy="521970"/>
          </a:xfrm>
          <a:prstGeom prst="rect">
            <a:avLst/>
          </a:prstGeom>
        </p:spPr>
        <p:txBody>
          <a:bodyPr>
            <a:spAutoFit/>
          </a:bodyPr>
          <a:p>
            <a:r>
              <a:rPr lang="en-US" altLang="en-US" sz="2800" b="1" smtClean="0">
                <a:ln>
                  <a:noFill/>
                  <a:prstDash val="sysDot"/>
                </a:ln>
                <a:solidFill>
                  <a:schemeClr val="accent1"/>
                </a:solidFill>
                <a:latin typeface="Calibri" panose="020F0502020204030204" charset="0"/>
                <a:ea typeface="+mj-ea"/>
                <a:cs typeface="Calibri" panose="020F0502020204030204" charset="0"/>
              </a:rPr>
              <a:t>Customer Lifetime Value Analysis</a:t>
            </a:r>
            <a:endParaRPr lang="en-US" altLang="en-US" sz="2800" b="1" smtClean="0">
              <a:ln>
                <a:noFill/>
                <a:prstDash val="sysDot"/>
              </a:ln>
              <a:solidFill>
                <a:schemeClr val="accent1"/>
              </a:solidFill>
              <a:latin typeface="Calibri" panose="020F0502020204030204" charset="0"/>
              <a:ea typeface="+mj-ea"/>
              <a:cs typeface="Calibri" panose="020F0502020204030204" charset="0"/>
            </a:endParaRPr>
          </a:p>
        </p:txBody>
      </p:sp>
      <p:sp>
        <p:nvSpPr>
          <p:cNvPr id="3" name="Text Box 2"/>
          <p:cNvSpPr txBox="1"/>
          <p:nvPr/>
        </p:nvSpPr>
        <p:spPr>
          <a:xfrm>
            <a:off x="762635" y="1197610"/>
            <a:ext cx="10774680" cy="368300"/>
          </a:xfrm>
          <a:prstGeom prst="rect">
            <a:avLst/>
          </a:prstGeom>
          <a:noFill/>
        </p:spPr>
        <p:txBody>
          <a:bodyPr wrap="square" rtlCol="0">
            <a:spAutoFit/>
          </a:bodyPr>
          <a:p>
            <a:r>
              <a:rPr lang="en-US" altLang="en-US" b="1">
                <a:latin typeface="Calibri" panose="020F0502020204030204" charset="0"/>
                <a:cs typeface="Calibri" panose="020F0502020204030204" charset="0"/>
              </a:rPr>
              <a:t>Objective</a:t>
            </a:r>
            <a:r>
              <a:rPr lang="en-US" altLang="en-US">
                <a:latin typeface="Calibri" panose="020F0502020204030204" charset="0"/>
                <a:cs typeface="Calibri" panose="020F0502020204030204" charset="0"/>
              </a:rPr>
              <a:t>: Quantify the long-term economic value generated by </a:t>
            </a:r>
            <a:r>
              <a:rPr lang="en-IN" altLang="en-US">
                <a:latin typeface="Calibri" panose="020F0502020204030204" charset="0"/>
                <a:cs typeface="Calibri" panose="020F0502020204030204" charset="0"/>
              </a:rPr>
              <a:t>each </a:t>
            </a:r>
            <a:r>
              <a:rPr lang="en-US" altLang="en-US">
                <a:latin typeface="Calibri" panose="020F0502020204030204" charset="0"/>
                <a:cs typeface="Calibri" panose="020F0502020204030204" charset="0"/>
              </a:rPr>
              <a:t>customer.</a:t>
            </a:r>
            <a:endParaRPr lang="en-US" altLang="en-US">
              <a:latin typeface="Calibri" panose="020F0502020204030204" charset="0"/>
              <a:cs typeface="Calibri" panose="020F0502020204030204" charset="0"/>
            </a:endParaRPr>
          </a:p>
        </p:txBody>
      </p:sp>
      <p:sp>
        <p:nvSpPr>
          <p:cNvPr id="7" name="Text Box 6"/>
          <p:cNvSpPr txBox="1"/>
          <p:nvPr/>
        </p:nvSpPr>
        <p:spPr>
          <a:xfrm>
            <a:off x="762635" y="1675130"/>
            <a:ext cx="10636250" cy="368300"/>
          </a:xfrm>
          <a:prstGeom prst="rect">
            <a:avLst/>
          </a:prstGeom>
          <a:noFill/>
        </p:spPr>
        <p:txBody>
          <a:bodyPr wrap="square" rtlCol="0">
            <a:spAutoFit/>
          </a:bodyPr>
          <a:p>
            <a:r>
              <a:rPr lang="en-US" altLang="en-US" b="1">
                <a:latin typeface="Calibri" panose="020F0502020204030204" charset="0"/>
                <a:cs typeface="Calibri" panose="020F0502020204030204" charset="0"/>
              </a:rPr>
              <a:t>Key </a:t>
            </a:r>
            <a:r>
              <a:rPr lang="en-IN" altLang="en-US" b="1">
                <a:latin typeface="Calibri" panose="020F0502020204030204" charset="0"/>
                <a:cs typeface="Calibri" panose="020F0502020204030204" charset="0"/>
              </a:rPr>
              <a:t>steps in calculating Historical CLTV :</a:t>
            </a:r>
            <a:endParaRPr lang="en-IN" altLang="en-US" b="1">
              <a:latin typeface="Calibri" panose="020F0502020204030204" charset="0"/>
              <a:cs typeface="Calibri" panose="020F0502020204030204" charset="0"/>
            </a:endParaRPr>
          </a:p>
        </p:txBody>
      </p:sp>
      <p:sp>
        <p:nvSpPr>
          <p:cNvPr id="9" name="Text Box 8"/>
          <p:cNvSpPr txBox="1"/>
          <p:nvPr/>
        </p:nvSpPr>
        <p:spPr>
          <a:xfrm>
            <a:off x="762635" y="4948555"/>
            <a:ext cx="4064000" cy="368300"/>
          </a:xfrm>
          <a:prstGeom prst="rect">
            <a:avLst/>
          </a:prstGeom>
          <a:noFill/>
        </p:spPr>
        <p:txBody>
          <a:bodyPr wrap="square" rtlCol="0">
            <a:spAutoFit/>
          </a:bodyPr>
          <a:p>
            <a:r>
              <a:rPr lang="en-US" altLang="en-US" b="1">
                <a:latin typeface="Calibri" panose="020F0502020204030204" charset="0"/>
                <a:cs typeface="Calibri" panose="020F0502020204030204" charset="0"/>
              </a:rPr>
              <a:t>Business Implication</a:t>
            </a:r>
            <a:endParaRPr lang="en-US" altLang="en-US" b="1">
              <a:latin typeface="Calibri" panose="020F0502020204030204" charset="0"/>
              <a:cs typeface="Calibri" panose="020F0502020204030204" charset="0"/>
            </a:endParaRPr>
          </a:p>
        </p:txBody>
      </p:sp>
      <p:sp>
        <p:nvSpPr>
          <p:cNvPr id="10" name="Text Box 9"/>
          <p:cNvSpPr txBox="1"/>
          <p:nvPr/>
        </p:nvSpPr>
        <p:spPr>
          <a:xfrm>
            <a:off x="1014730" y="5316855"/>
            <a:ext cx="10383520" cy="645160"/>
          </a:xfrm>
          <a:prstGeom prst="rect">
            <a:avLst/>
          </a:prstGeom>
          <a:noFill/>
        </p:spPr>
        <p:txBody>
          <a:bodyPr wrap="square" rtlCol="0">
            <a:spAutoFit/>
          </a:bodyPr>
          <a:p>
            <a:r>
              <a:rPr lang="en-US" altLang="en-US">
                <a:latin typeface="Calibri" panose="020F0502020204030204" charset="0"/>
                <a:cs typeface="Calibri" panose="020F0502020204030204" charset="0"/>
              </a:rPr>
              <a:t>Increasing repeat purchases and extending customer lifespan can significantly improve customer lifetime value.</a:t>
            </a:r>
            <a:endParaRPr lang="en-US" altLang="en-US">
              <a:latin typeface="Calibri" panose="020F0502020204030204" charset="0"/>
              <a:cs typeface="Calibri" panose="020F0502020204030204" charset="0"/>
            </a:endParaRPr>
          </a:p>
        </p:txBody>
      </p:sp>
      <p:sp>
        <p:nvSpPr>
          <p:cNvPr id="4" name="Text Box 3"/>
          <p:cNvSpPr txBox="1"/>
          <p:nvPr/>
        </p:nvSpPr>
        <p:spPr>
          <a:xfrm>
            <a:off x="1014730" y="2043430"/>
            <a:ext cx="7204075" cy="1476375"/>
          </a:xfrm>
          <a:prstGeom prst="rect">
            <a:avLst/>
          </a:prstGeom>
          <a:noFill/>
        </p:spPr>
        <p:txBody>
          <a:bodyPr wrap="square" rtlCol="0">
            <a:spAutoFit/>
          </a:bodyPr>
          <a:p>
            <a:pPr marL="342900" indent="-342900">
              <a:buAutoNum type="arabicPeriod"/>
            </a:pPr>
            <a:r>
              <a:rPr lang="en-IN" altLang="en-US">
                <a:latin typeface="Calibri" panose="020F0502020204030204" charset="0"/>
                <a:cs typeface="Calibri" panose="020F0502020204030204" charset="0"/>
              </a:rPr>
              <a:t>Deriving Customer Level summary</a:t>
            </a:r>
            <a:endParaRPr lang="en-IN" altLang="en-US">
              <a:latin typeface="Calibri" panose="020F0502020204030204" charset="0"/>
              <a:cs typeface="Calibri" panose="020F0502020204030204" charset="0"/>
            </a:endParaRPr>
          </a:p>
          <a:p>
            <a:pPr marL="342900" indent="-342900">
              <a:buAutoNum type="arabicPeriod"/>
            </a:pPr>
            <a:r>
              <a:rPr lang="en-IN" altLang="en-US">
                <a:latin typeface="Calibri" panose="020F0502020204030204" charset="0"/>
                <a:cs typeface="Calibri" panose="020F0502020204030204" charset="0"/>
              </a:rPr>
              <a:t>Calculating customer lifespan</a:t>
            </a:r>
            <a:endParaRPr lang="en-IN" altLang="en-US">
              <a:latin typeface="Calibri" panose="020F0502020204030204" charset="0"/>
              <a:cs typeface="Calibri" panose="020F0502020204030204" charset="0"/>
            </a:endParaRPr>
          </a:p>
          <a:p>
            <a:pPr marL="342900" indent="-342900">
              <a:buAutoNum type="arabicPeriod"/>
            </a:pPr>
            <a:r>
              <a:rPr lang="en-IN" altLang="en-US">
                <a:latin typeface="Calibri" panose="020F0502020204030204" charset="0"/>
                <a:cs typeface="Calibri" panose="020F0502020204030204" charset="0"/>
              </a:rPr>
              <a:t>Calculating average order value for each customer</a:t>
            </a:r>
            <a:endParaRPr lang="en-IN" altLang="en-US">
              <a:latin typeface="Calibri" panose="020F0502020204030204" charset="0"/>
              <a:cs typeface="Calibri" panose="020F0502020204030204" charset="0"/>
            </a:endParaRPr>
          </a:p>
          <a:p>
            <a:pPr marL="342900" indent="-342900">
              <a:buAutoNum type="arabicPeriod"/>
            </a:pPr>
            <a:r>
              <a:rPr lang="en-IN" altLang="en-US">
                <a:latin typeface="Calibri" panose="020F0502020204030204" charset="0"/>
                <a:cs typeface="Calibri" panose="020F0502020204030204" charset="0"/>
              </a:rPr>
              <a:t>Calculating purchase frequency based on orders</a:t>
            </a:r>
            <a:endParaRPr lang="en-IN" altLang="en-US">
              <a:latin typeface="Calibri" panose="020F0502020204030204" charset="0"/>
              <a:cs typeface="Calibri" panose="020F0502020204030204" charset="0"/>
            </a:endParaRPr>
          </a:p>
          <a:p>
            <a:pPr marL="342900" indent="-342900">
              <a:buAutoNum type="arabicPeriod"/>
            </a:pPr>
            <a:r>
              <a:rPr lang="en-IN" altLang="en-US">
                <a:latin typeface="Calibri" panose="020F0502020204030204" charset="0"/>
                <a:cs typeface="Calibri" panose="020F0502020204030204" charset="0"/>
              </a:rPr>
              <a:t>Calculating Historical CLTV</a:t>
            </a:r>
            <a:endParaRPr lang="en-IN" altLang="en-US">
              <a:latin typeface="Calibri" panose="020F0502020204030204" charset="0"/>
              <a:cs typeface="Calibri" panose="020F0502020204030204" charset="0"/>
            </a:endParaRPr>
          </a:p>
        </p:txBody>
      </p:sp>
      <p:sp>
        <p:nvSpPr>
          <p:cNvPr id="5" name="Text Box 4"/>
          <p:cNvSpPr txBox="1"/>
          <p:nvPr/>
        </p:nvSpPr>
        <p:spPr>
          <a:xfrm>
            <a:off x="762635" y="3658235"/>
            <a:ext cx="4064000" cy="368300"/>
          </a:xfrm>
          <a:prstGeom prst="rect">
            <a:avLst/>
          </a:prstGeom>
          <a:noFill/>
        </p:spPr>
        <p:txBody>
          <a:bodyPr wrap="square" rtlCol="0">
            <a:spAutoFit/>
          </a:bodyPr>
          <a:p>
            <a:r>
              <a:rPr lang="en-IN" altLang="en-US" b="1">
                <a:latin typeface="Calibri" panose="020F0502020204030204" charset="0"/>
                <a:cs typeface="Calibri" panose="020F0502020204030204" charset="0"/>
              </a:rPr>
              <a:t>Key Findings</a:t>
            </a:r>
            <a:endParaRPr lang="en-IN" altLang="en-US" b="1">
              <a:latin typeface="Calibri" panose="020F0502020204030204" charset="0"/>
              <a:cs typeface="Calibri" panose="020F0502020204030204" charset="0"/>
            </a:endParaRPr>
          </a:p>
        </p:txBody>
      </p:sp>
      <p:sp>
        <p:nvSpPr>
          <p:cNvPr id="6" name="Text Box 5"/>
          <p:cNvSpPr txBox="1"/>
          <p:nvPr/>
        </p:nvSpPr>
        <p:spPr>
          <a:xfrm>
            <a:off x="1014730" y="4026535"/>
            <a:ext cx="10383520" cy="922020"/>
          </a:xfrm>
          <a:prstGeom prst="rect">
            <a:avLst/>
          </a:prstGeom>
          <a:noFill/>
        </p:spPr>
        <p:txBody>
          <a:bodyPr wrap="square" rtlCol="0">
            <a:spAutoFit/>
          </a:bodyPr>
          <a:p>
            <a:pPr marL="285750" indent="-285750">
              <a:buFont typeface="Arial" panose="020B0604020202020204" pitchFamily="34" charset="0"/>
              <a:buChar char="•"/>
            </a:pPr>
            <a:r>
              <a:rPr lang="en-US" altLang="en-US">
                <a:latin typeface="Calibri" panose="020F0502020204030204" charset="0"/>
                <a:cs typeface="Calibri" panose="020F0502020204030204" charset="0"/>
              </a:rPr>
              <a:t>CLTV varies substantially across customer segments.</a:t>
            </a:r>
            <a:endParaRPr lang="en-US" altLang="en-US">
              <a:latin typeface="Calibri" panose="020F0502020204030204" charset="0"/>
              <a:cs typeface="Calibri" panose="020F0502020204030204" charset="0"/>
            </a:endParaRPr>
          </a:p>
          <a:p>
            <a:pPr marL="285750" indent="-285750">
              <a:buFont typeface="Arial" panose="020B0604020202020204" pitchFamily="34" charset="0"/>
              <a:buChar char="•"/>
            </a:pPr>
            <a:r>
              <a:rPr lang="en-US" altLang="en-US">
                <a:latin typeface="Calibri" panose="020F0502020204030204" charset="0"/>
                <a:cs typeface="Calibri" panose="020F0502020204030204" charset="0"/>
              </a:rPr>
              <a:t>Higher-value customers demonstrate stronger purchasing behavior.</a:t>
            </a:r>
            <a:endParaRPr lang="en-US" altLang="en-US">
              <a:latin typeface="Calibri" panose="020F0502020204030204" charset="0"/>
              <a:cs typeface="Calibri" panose="020F0502020204030204" charset="0"/>
            </a:endParaRPr>
          </a:p>
          <a:p>
            <a:pPr marL="285750" indent="-285750">
              <a:buFont typeface="Arial" panose="020B0604020202020204" pitchFamily="34" charset="0"/>
              <a:buChar char="•"/>
            </a:pPr>
            <a:r>
              <a:rPr lang="en-US" altLang="en-US">
                <a:latin typeface="Calibri" panose="020F0502020204030204" charset="0"/>
                <a:cs typeface="Calibri" panose="020F0502020204030204" charset="0"/>
              </a:rPr>
              <a:t>AOV and purchase frequency are important contributors to customer value.</a:t>
            </a:r>
            <a:endParaRPr lang="en-US" altLang="en-US">
              <a:latin typeface="Calibri" panose="020F0502020204030204" charset="0"/>
              <a:cs typeface="Calibri" panose="020F0502020204030204"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2635" y="523240"/>
            <a:ext cx="10774680" cy="521970"/>
          </a:xfrm>
          <a:prstGeom prst="rect">
            <a:avLst/>
          </a:prstGeom>
        </p:spPr>
        <p:txBody>
          <a:bodyPr wrap="square">
            <a:spAutoFit/>
          </a:bodyPr>
          <a:p>
            <a:r>
              <a:rPr lang="en-US" altLang="en-US" sz="2800" b="1" smtClean="0">
                <a:ln>
                  <a:noFill/>
                  <a:prstDash val="sysDot"/>
                </a:ln>
                <a:solidFill>
                  <a:schemeClr val="accent1"/>
                </a:solidFill>
                <a:latin typeface="Calibri" panose="020F0502020204030204" charset="0"/>
                <a:ea typeface="+mj-ea"/>
                <a:cs typeface="Calibri" panose="020F0502020204030204" charset="0"/>
              </a:rPr>
              <a:t>Data Modeling &amp; Analytical Architecture</a:t>
            </a:r>
            <a:endParaRPr lang="en-US" altLang="en-US" sz="2800" b="1" smtClean="0">
              <a:ln>
                <a:noFill/>
                <a:prstDash val="sysDot"/>
              </a:ln>
              <a:solidFill>
                <a:schemeClr val="accent1"/>
              </a:solidFill>
              <a:latin typeface="Calibri" panose="020F0502020204030204" charset="0"/>
              <a:ea typeface="+mj-ea"/>
              <a:cs typeface="Calibri" panose="020F0502020204030204" charset="0"/>
            </a:endParaRPr>
          </a:p>
        </p:txBody>
      </p:sp>
      <p:sp>
        <p:nvSpPr>
          <p:cNvPr id="3" name="Text Box 2"/>
          <p:cNvSpPr txBox="1"/>
          <p:nvPr/>
        </p:nvSpPr>
        <p:spPr>
          <a:xfrm>
            <a:off x="762635" y="1055370"/>
            <a:ext cx="11125200" cy="645160"/>
          </a:xfrm>
          <a:prstGeom prst="rect">
            <a:avLst/>
          </a:prstGeom>
          <a:noFill/>
        </p:spPr>
        <p:txBody>
          <a:bodyPr wrap="square" rtlCol="0">
            <a:spAutoFit/>
          </a:bodyPr>
          <a:p>
            <a:r>
              <a:rPr lang="en-US" altLang="en-US" b="1">
                <a:latin typeface="Calibri" panose="020F0502020204030204" charset="0"/>
                <a:cs typeface="Calibri" panose="020F0502020204030204" charset="0"/>
              </a:rPr>
              <a:t>Objective</a:t>
            </a:r>
            <a:r>
              <a:rPr lang="en-US" altLang="en-US">
                <a:latin typeface="Calibri" panose="020F0502020204030204" charset="0"/>
                <a:cs typeface="Calibri" panose="020F0502020204030204" charset="0"/>
              </a:rPr>
              <a:t>: Build</a:t>
            </a:r>
            <a:r>
              <a:rPr lang="en-IN" altLang="en-US">
                <a:latin typeface="Calibri" panose="020F0502020204030204" charset="0"/>
                <a:cs typeface="Calibri" panose="020F0502020204030204" charset="0"/>
              </a:rPr>
              <a:t>ing</a:t>
            </a:r>
            <a:r>
              <a:rPr lang="en-US" altLang="en-US">
                <a:latin typeface="Calibri" panose="020F0502020204030204" charset="0"/>
                <a:cs typeface="Calibri" panose="020F0502020204030204" charset="0"/>
              </a:rPr>
              <a:t> a structured data model that connects transactional</a:t>
            </a:r>
            <a:r>
              <a:rPr lang="en-IN" altLang="en-US">
                <a:latin typeface="Calibri" panose="020F0502020204030204" charset="0"/>
                <a:cs typeface="Calibri" panose="020F0502020204030204" charset="0"/>
              </a:rPr>
              <a:t> data</a:t>
            </a:r>
            <a:r>
              <a:rPr lang="en-US" altLang="en-US">
                <a:latin typeface="Calibri" panose="020F0502020204030204" charset="0"/>
                <a:cs typeface="Calibri" panose="020F0502020204030204" charset="0"/>
              </a:rPr>
              <a:t>, customer</a:t>
            </a:r>
            <a:r>
              <a:rPr lang="en-IN" altLang="en-US">
                <a:latin typeface="Calibri" panose="020F0502020204030204" charset="0"/>
                <a:cs typeface="Calibri" panose="020F0502020204030204" charset="0"/>
              </a:rPr>
              <a:t> data </a:t>
            </a:r>
            <a:r>
              <a:rPr lang="en-US" altLang="en-US">
                <a:latin typeface="Calibri" panose="020F0502020204030204" charset="0"/>
                <a:cs typeface="Calibri" panose="020F0502020204030204" charset="0"/>
              </a:rPr>
              <a:t>, cohort, and date information for reliable analysis and interactive reporting.</a:t>
            </a:r>
            <a:endParaRPr lang="en-US" altLang="en-US">
              <a:latin typeface="Calibri" panose="020F0502020204030204" charset="0"/>
              <a:cs typeface="Calibri" panose="020F0502020204030204" charset="0"/>
            </a:endParaRPr>
          </a:p>
        </p:txBody>
      </p:sp>
      <p:pic>
        <p:nvPicPr>
          <p:cNvPr id="5" name="Picture 4" descr="C:/Users/Yusuf/Pictures/Screenshots/Screenshot 2026-08-04 205504.pngScreenshot 2026-08-04 205504"/>
          <p:cNvPicPr>
            <a:picLocks noChangeAspect="1"/>
          </p:cNvPicPr>
          <p:nvPr/>
        </p:nvPicPr>
        <p:blipFill>
          <a:blip r:embed="rId1"/>
          <a:srcRect l="5022" r="5022"/>
          <a:stretch>
            <a:fillRect/>
          </a:stretch>
        </p:blipFill>
        <p:spPr>
          <a:xfrm>
            <a:off x="762635" y="1770380"/>
            <a:ext cx="5594985" cy="4399915"/>
          </a:xfrm>
          <a:prstGeom prst="rect">
            <a:avLst/>
          </a:prstGeom>
        </p:spPr>
      </p:pic>
      <p:sp>
        <p:nvSpPr>
          <p:cNvPr id="4" name="Text Box 3"/>
          <p:cNvSpPr txBox="1"/>
          <p:nvPr/>
        </p:nvSpPr>
        <p:spPr>
          <a:xfrm>
            <a:off x="6480175" y="1770380"/>
            <a:ext cx="4064000" cy="368300"/>
          </a:xfrm>
          <a:prstGeom prst="rect">
            <a:avLst/>
          </a:prstGeom>
          <a:noFill/>
        </p:spPr>
        <p:txBody>
          <a:bodyPr wrap="square" rtlCol="0">
            <a:spAutoFit/>
          </a:bodyPr>
          <a:p>
            <a:r>
              <a:rPr lang="en-IN" altLang="en-US" b="1">
                <a:latin typeface="Calibri" panose="020F0502020204030204" charset="0"/>
                <a:cs typeface="Calibri" panose="020F0502020204030204" charset="0"/>
              </a:rPr>
              <a:t>Fact Tables</a:t>
            </a:r>
            <a:endParaRPr lang="en-IN" altLang="en-US" b="1">
              <a:latin typeface="Calibri" panose="020F0502020204030204" charset="0"/>
              <a:cs typeface="Calibri" panose="020F0502020204030204" charset="0"/>
            </a:endParaRPr>
          </a:p>
        </p:txBody>
      </p:sp>
      <p:sp>
        <p:nvSpPr>
          <p:cNvPr id="6" name="Text Box 5"/>
          <p:cNvSpPr txBox="1"/>
          <p:nvPr/>
        </p:nvSpPr>
        <p:spPr>
          <a:xfrm>
            <a:off x="6480175" y="2138680"/>
            <a:ext cx="5408295" cy="645160"/>
          </a:xfrm>
          <a:prstGeom prst="rect">
            <a:avLst/>
          </a:prstGeom>
          <a:noFill/>
        </p:spPr>
        <p:txBody>
          <a:bodyPr wrap="square" rtlCol="0">
            <a:spAutoFit/>
          </a:bodyPr>
          <a:p>
            <a:pPr marL="285750" indent="-285750">
              <a:buFont typeface="Arial" panose="020B0604020202020204" pitchFamily="34" charset="0"/>
              <a:buChar char="•"/>
            </a:pPr>
            <a:r>
              <a:rPr lang="en-IN" altLang="en-US" i="1">
                <a:latin typeface="Calibri" panose="020F0502020204030204" charset="0"/>
                <a:cs typeface="Calibri" panose="020F0502020204030204" charset="0"/>
              </a:rPr>
              <a:t>fact_sales</a:t>
            </a:r>
            <a:r>
              <a:rPr lang="en-IN" altLang="en-US">
                <a:latin typeface="Calibri" panose="020F0502020204030204" charset="0"/>
                <a:cs typeface="Calibri" panose="020F0502020204030204" charset="0"/>
              </a:rPr>
              <a:t> : transactional level sales data</a:t>
            </a:r>
            <a:endParaRPr lang="en-IN" altLang="en-US">
              <a:latin typeface="Calibri" panose="020F0502020204030204" charset="0"/>
              <a:cs typeface="Calibri" panose="020F0502020204030204" charset="0"/>
            </a:endParaRPr>
          </a:p>
          <a:p>
            <a:pPr marL="285750" indent="-285750">
              <a:buFont typeface="Arial" panose="020B0604020202020204" pitchFamily="34" charset="0"/>
              <a:buChar char="•"/>
            </a:pPr>
            <a:r>
              <a:rPr lang="en-IN" altLang="en-US" i="1">
                <a:latin typeface="Calibri" panose="020F0502020204030204" charset="0"/>
                <a:cs typeface="Calibri" panose="020F0502020204030204" charset="0"/>
              </a:rPr>
              <a:t>fact_cohort_retention</a:t>
            </a:r>
            <a:r>
              <a:rPr lang="en-IN" altLang="en-US">
                <a:latin typeface="Calibri" panose="020F0502020204030204" charset="0"/>
                <a:cs typeface="Calibri" panose="020F0502020204030204" charset="0"/>
              </a:rPr>
              <a:t> : customer cohort data</a:t>
            </a:r>
            <a:endParaRPr lang="en-IN" altLang="en-US">
              <a:latin typeface="Calibri" panose="020F0502020204030204" charset="0"/>
              <a:cs typeface="Calibri" panose="020F0502020204030204" charset="0"/>
            </a:endParaRPr>
          </a:p>
        </p:txBody>
      </p:sp>
      <p:sp>
        <p:nvSpPr>
          <p:cNvPr id="7" name="Text Box 6"/>
          <p:cNvSpPr txBox="1"/>
          <p:nvPr/>
        </p:nvSpPr>
        <p:spPr>
          <a:xfrm>
            <a:off x="6480175" y="2863850"/>
            <a:ext cx="4064000" cy="368300"/>
          </a:xfrm>
          <a:prstGeom prst="rect">
            <a:avLst/>
          </a:prstGeom>
          <a:noFill/>
        </p:spPr>
        <p:txBody>
          <a:bodyPr wrap="square" rtlCol="0">
            <a:spAutoFit/>
          </a:bodyPr>
          <a:p>
            <a:r>
              <a:rPr lang="en-IN" altLang="en-US" b="1">
                <a:latin typeface="Calibri" panose="020F0502020204030204" charset="0"/>
                <a:cs typeface="Calibri" panose="020F0502020204030204" charset="0"/>
              </a:rPr>
              <a:t>Dimension tables</a:t>
            </a:r>
            <a:endParaRPr lang="en-IN" altLang="en-US" b="1">
              <a:latin typeface="Calibri" panose="020F0502020204030204" charset="0"/>
              <a:cs typeface="Calibri" panose="020F0502020204030204" charset="0"/>
            </a:endParaRPr>
          </a:p>
        </p:txBody>
      </p:sp>
      <p:sp>
        <p:nvSpPr>
          <p:cNvPr id="8" name="Text Box 7"/>
          <p:cNvSpPr txBox="1"/>
          <p:nvPr/>
        </p:nvSpPr>
        <p:spPr>
          <a:xfrm>
            <a:off x="6479540" y="3232150"/>
            <a:ext cx="5408295" cy="1476375"/>
          </a:xfrm>
          <a:prstGeom prst="rect">
            <a:avLst/>
          </a:prstGeom>
          <a:noFill/>
        </p:spPr>
        <p:txBody>
          <a:bodyPr wrap="square" rtlCol="0">
            <a:spAutoFit/>
          </a:bodyPr>
          <a:p>
            <a:pPr marL="285750" indent="-285750">
              <a:buFont typeface="Arial" panose="020B0604020202020204" pitchFamily="34" charset="0"/>
              <a:buChar char="•"/>
            </a:pPr>
            <a:r>
              <a:rPr lang="en-IN" altLang="en-US" i="1">
                <a:latin typeface="Calibri" panose="020F0502020204030204" charset="0"/>
                <a:cs typeface="Calibri" panose="020F0502020204030204" charset="0"/>
              </a:rPr>
              <a:t>dim_customers </a:t>
            </a:r>
            <a:r>
              <a:rPr lang="en-IN" altLang="en-US">
                <a:latin typeface="Calibri" panose="020F0502020204030204" charset="0"/>
                <a:cs typeface="Calibri" panose="020F0502020204030204" charset="0"/>
              </a:rPr>
              <a:t>: customer attributes</a:t>
            </a:r>
            <a:endParaRPr lang="en-IN" altLang="en-US">
              <a:latin typeface="Calibri" panose="020F0502020204030204" charset="0"/>
              <a:cs typeface="Calibri" panose="020F0502020204030204" charset="0"/>
            </a:endParaRPr>
          </a:p>
          <a:p>
            <a:pPr marL="285750" indent="-285750">
              <a:buFont typeface="Arial" panose="020B0604020202020204" pitchFamily="34" charset="0"/>
              <a:buChar char="•"/>
            </a:pPr>
            <a:r>
              <a:rPr lang="en-IN" altLang="en-US" i="1">
                <a:latin typeface="Calibri" panose="020F0502020204030204" charset="0"/>
                <a:cs typeface="Calibri" panose="020F0502020204030204" charset="0"/>
              </a:rPr>
              <a:t>dim_customer_cltv</a:t>
            </a:r>
            <a:r>
              <a:rPr lang="en-IN" altLang="en-US" b="1">
                <a:latin typeface="Calibri" panose="020F0502020204030204" charset="0"/>
                <a:cs typeface="Calibri" panose="020F0502020204030204" charset="0"/>
              </a:rPr>
              <a:t> : </a:t>
            </a:r>
            <a:r>
              <a:rPr lang="en-IN" altLang="en-US">
                <a:latin typeface="Calibri" panose="020F0502020204030204" charset="0"/>
                <a:cs typeface="Calibri" panose="020F0502020204030204" charset="0"/>
              </a:rPr>
              <a:t>customer-level CLTV metrics</a:t>
            </a:r>
            <a:endParaRPr lang="en-IN" altLang="en-US">
              <a:latin typeface="Calibri" panose="020F0502020204030204" charset="0"/>
              <a:cs typeface="Calibri" panose="020F0502020204030204" charset="0"/>
            </a:endParaRPr>
          </a:p>
          <a:p>
            <a:pPr marL="285750" indent="-285750">
              <a:buFont typeface="Arial" panose="020B0604020202020204" pitchFamily="34" charset="0"/>
              <a:buChar char="•"/>
            </a:pPr>
            <a:r>
              <a:rPr lang="en-IN" altLang="en-US" i="1">
                <a:latin typeface="Calibri" panose="020F0502020204030204" charset="0"/>
                <a:cs typeface="Calibri" panose="020F0502020204030204" charset="0"/>
              </a:rPr>
              <a:t>dim_date</a:t>
            </a:r>
            <a:r>
              <a:rPr lang="en-IN" altLang="en-US" b="1">
                <a:latin typeface="Calibri" panose="020F0502020204030204" charset="0"/>
                <a:cs typeface="Calibri" panose="020F0502020204030204" charset="0"/>
              </a:rPr>
              <a:t> : </a:t>
            </a:r>
            <a:r>
              <a:rPr lang="en-IN" altLang="en-US">
                <a:latin typeface="Calibri" panose="020F0502020204030204" charset="0"/>
                <a:cs typeface="Calibri" panose="020F0502020204030204" charset="0"/>
              </a:rPr>
              <a:t>calendar/date analysis</a:t>
            </a:r>
            <a:endParaRPr lang="en-IN" altLang="en-US">
              <a:latin typeface="Calibri" panose="020F0502020204030204" charset="0"/>
              <a:cs typeface="Calibri" panose="020F0502020204030204" charset="0"/>
            </a:endParaRPr>
          </a:p>
          <a:p>
            <a:pPr marL="285750" indent="-285750">
              <a:buFont typeface="Arial" panose="020B0604020202020204" pitchFamily="34" charset="0"/>
              <a:buChar char="•"/>
            </a:pPr>
            <a:r>
              <a:rPr lang="en-IN" altLang="en-US" i="1">
                <a:latin typeface="Calibri" panose="020F0502020204030204" charset="0"/>
                <a:cs typeface="Calibri" panose="020F0502020204030204" charset="0"/>
              </a:rPr>
              <a:t>dim_orders</a:t>
            </a:r>
            <a:r>
              <a:rPr lang="en-IN" altLang="en-US">
                <a:latin typeface="Calibri" panose="020F0502020204030204" charset="0"/>
                <a:cs typeface="Calibri" panose="020F0502020204030204" charset="0"/>
              </a:rPr>
              <a:t> : order level data</a:t>
            </a:r>
            <a:endParaRPr lang="en-IN" altLang="en-US">
              <a:latin typeface="Calibri" panose="020F0502020204030204" charset="0"/>
              <a:cs typeface="Calibri" panose="020F0502020204030204" charset="0"/>
            </a:endParaRPr>
          </a:p>
          <a:p>
            <a:pPr marL="285750" indent="-285750">
              <a:buFont typeface="Arial" panose="020B0604020202020204" pitchFamily="34" charset="0"/>
              <a:buChar char="•"/>
            </a:pPr>
            <a:r>
              <a:rPr lang="en-IN" altLang="en-US" i="1">
                <a:latin typeface="Calibri" panose="020F0502020204030204" charset="0"/>
                <a:cs typeface="Calibri" panose="020F0502020204030204" charset="0"/>
              </a:rPr>
              <a:t>dim_products</a:t>
            </a:r>
            <a:r>
              <a:rPr lang="en-IN" altLang="en-US">
                <a:latin typeface="Calibri" panose="020F0502020204030204" charset="0"/>
                <a:cs typeface="Calibri" panose="020F0502020204030204" charset="0"/>
              </a:rPr>
              <a:t> : product Information</a:t>
            </a:r>
            <a:endParaRPr lang="en-IN" altLang="en-US">
              <a:latin typeface="Calibri" panose="020F0502020204030204" charset="0"/>
              <a:cs typeface="Calibri" panose="020F0502020204030204" charset="0"/>
            </a:endParaRPr>
          </a:p>
        </p:txBody>
      </p:sp>
      <p:sp>
        <p:nvSpPr>
          <p:cNvPr id="9" name="Text Box 8"/>
          <p:cNvSpPr txBox="1"/>
          <p:nvPr/>
        </p:nvSpPr>
        <p:spPr>
          <a:xfrm>
            <a:off x="6490970" y="4708525"/>
            <a:ext cx="4064000" cy="368300"/>
          </a:xfrm>
          <a:prstGeom prst="rect">
            <a:avLst/>
          </a:prstGeom>
          <a:noFill/>
        </p:spPr>
        <p:txBody>
          <a:bodyPr wrap="square" rtlCol="0">
            <a:spAutoFit/>
          </a:bodyPr>
          <a:p>
            <a:r>
              <a:rPr lang="en-IN" altLang="en-US" b="1">
                <a:latin typeface="Calibri" panose="020F0502020204030204" charset="0"/>
                <a:cs typeface="Calibri" panose="020F0502020204030204" charset="0"/>
              </a:rPr>
              <a:t>Relationships</a:t>
            </a:r>
            <a:endParaRPr lang="en-US" altLang="en-US"/>
          </a:p>
        </p:txBody>
      </p:sp>
      <p:sp>
        <p:nvSpPr>
          <p:cNvPr id="10" name="Text Box 9"/>
          <p:cNvSpPr txBox="1"/>
          <p:nvPr/>
        </p:nvSpPr>
        <p:spPr>
          <a:xfrm>
            <a:off x="6490970" y="5002530"/>
            <a:ext cx="5397500" cy="1198880"/>
          </a:xfrm>
          <a:prstGeom prst="rect">
            <a:avLst/>
          </a:prstGeom>
          <a:noFill/>
        </p:spPr>
        <p:txBody>
          <a:bodyPr wrap="square" rtlCol="0">
            <a:spAutoFit/>
          </a:bodyPr>
          <a:p>
            <a:r>
              <a:rPr lang="en-US" altLang="en-US">
                <a:latin typeface="Calibri" panose="020F0502020204030204" charset="0"/>
                <a:cs typeface="Calibri" panose="020F0502020204030204" charset="0"/>
              </a:rPr>
              <a:t>One-to-many relationships connect dimension tables to the relevant fact tables, allowing filters such as customer segment, date, and cohort to flow into the analytical visuals.</a:t>
            </a:r>
            <a:endParaRPr lang="en-US" altLang="en-US">
              <a:latin typeface="Calibri" panose="020F0502020204030204" charset="0"/>
              <a:cs typeface="Calibri" panose="020F0502020204030204" charset="0"/>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2635" y="448310"/>
            <a:ext cx="10774680" cy="521970"/>
          </a:xfrm>
          <a:prstGeom prst="rect">
            <a:avLst/>
          </a:prstGeom>
        </p:spPr>
        <p:txBody>
          <a:bodyPr wrap="square">
            <a:spAutoFit/>
          </a:bodyPr>
          <a:p>
            <a:r>
              <a:rPr lang="en-IN" altLang="en-US" sz="2800" b="1" smtClean="0">
                <a:ln>
                  <a:noFill/>
                  <a:prstDash val="sysDot"/>
                </a:ln>
                <a:solidFill>
                  <a:schemeClr val="accent1"/>
                </a:solidFill>
                <a:latin typeface="Calibri" panose="020F0502020204030204" charset="0"/>
                <a:ea typeface="+mj-ea"/>
                <a:cs typeface="Calibri" panose="020F0502020204030204" charset="0"/>
              </a:rPr>
              <a:t>Customer Retention Overview Dashboard</a:t>
            </a:r>
            <a:endParaRPr lang="en-IN" altLang="en-US" sz="2800" b="1" smtClean="0">
              <a:ln>
                <a:noFill/>
                <a:prstDash val="sysDot"/>
              </a:ln>
              <a:solidFill>
                <a:schemeClr val="accent1"/>
              </a:solidFill>
              <a:latin typeface="Calibri" panose="020F0502020204030204" charset="0"/>
              <a:ea typeface="+mj-ea"/>
              <a:cs typeface="Calibri" panose="020F0502020204030204" charset="0"/>
            </a:endParaRPr>
          </a:p>
        </p:txBody>
      </p:sp>
      <p:pic>
        <p:nvPicPr>
          <p:cNvPr id="3" name="Picture 2" descr="Screenshot 2026-08-01 201838"/>
          <p:cNvPicPr>
            <a:picLocks noChangeAspect="1"/>
          </p:cNvPicPr>
          <p:nvPr/>
        </p:nvPicPr>
        <p:blipFill>
          <a:blip r:embed="rId1"/>
          <a:stretch>
            <a:fillRect/>
          </a:stretch>
        </p:blipFill>
        <p:spPr>
          <a:xfrm>
            <a:off x="2352675" y="1112520"/>
            <a:ext cx="7486650" cy="4265295"/>
          </a:xfrm>
          <a:prstGeom prst="rect">
            <a:avLst/>
          </a:prstGeom>
        </p:spPr>
      </p:pic>
      <p:sp>
        <p:nvSpPr>
          <p:cNvPr id="6" name="Text Box 5"/>
          <p:cNvSpPr txBox="1"/>
          <p:nvPr/>
        </p:nvSpPr>
        <p:spPr>
          <a:xfrm>
            <a:off x="762635" y="5520055"/>
            <a:ext cx="10575290" cy="645160"/>
          </a:xfrm>
          <a:prstGeom prst="rect">
            <a:avLst/>
          </a:prstGeom>
          <a:noFill/>
        </p:spPr>
        <p:txBody>
          <a:bodyPr wrap="square" rtlCol="0">
            <a:spAutoFit/>
          </a:bodyPr>
          <a:p>
            <a:r>
              <a:rPr lang="en-IN" altLang="en-US" b="1">
                <a:latin typeface="Calibri" panose="020F0502020204030204" charset="0"/>
                <a:cs typeface="Calibri" panose="020F0502020204030204" charset="0"/>
              </a:rPr>
              <a:t>Description </a:t>
            </a:r>
            <a:r>
              <a:rPr lang="en-IN" altLang="en-US">
                <a:latin typeface="Calibri" panose="020F0502020204030204" charset="0"/>
                <a:cs typeface="Calibri" panose="020F0502020204030204" charset="0"/>
              </a:rPr>
              <a:t>: The dashboards contains key business kpi’s along with monthly revenue trend, cohort retention matrix, top product categories and customer segmentation chart.</a:t>
            </a:r>
            <a:endParaRPr lang="en-IN" altLang="en-US">
              <a:latin typeface="Calibri" panose="020F0502020204030204" charset="0"/>
              <a:cs typeface="Calibri" panose="020F050202020403020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2635" y="448310"/>
            <a:ext cx="10774680" cy="521970"/>
          </a:xfrm>
          <a:prstGeom prst="rect">
            <a:avLst/>
          </a:prstGeom>
        </p:spPr>
        <p:txBody>
          <a:bodyPr wrap="square">
            <a:spAutoFit/>
          </a:bodyPr>
          <a:p>
            <a:r>
              <a:rPr lang="en-US" altLang="en-US" sz="2800" b="1" smtClean="0">
                <a:ln>
                  <a:noFill/>
                  <a:prstDash val="sysDot"/>
                </a:ln>
                <a:solidFill>
                  <a:schemeClr val="accent1"/>
                </a:solidFill>
                <a:latin typeface="Calibri" panose="020F0502020204030204" charset="0"/>
                <a:ea typeface="+mj-ea"/>
                <a:cs typeface="Calibri" panose="020F0502020204030204" charset="0"/>
              </a:rPr>
              <a:t>Customer Lifetime Value &amp; Customer Segmentation</a:t>
            </a:r>
            <a:endParaRPr lang="en-US" altLang="en-US" sz="2800" b="1" smtClean="0">
              <a:ln>
                <a:noFill/>
                <a:prstDash val="sysDot"/>
              </a:ln>
              <a:solidFill>
                <a:schemeClr val="accent1"/>
              </a:solidFill>
              <a:latin typeface="Calibri" panose="020F0502020204030204" charset="0"/>
              <a:ea typeface="+mj-ea"/>
              <a:cs typeface="Calibri" panose="020F0502020204030204" charset="0"/>
            </a:endParaRPr>
          </a:p>
        </p:txBody>
      </p:sp>
      <p:pic>
        <p:nvPicPr>
          <p:cNvPr id="3" name="Picture 2" descr="C:/Users/Yusuf/Pictures/Screenshots/Screenshot 2026-08-01 201907.pngScreenshot 2026-08-01 201907"/>
          <p:cNvPicPr>
            <a:picLocks noChangeAspect="1"/>
          </p:cNvPicPr>
          <p:nvPr/>
        </p:nvPicPr>
        <p:blipFill>
          <a:blip r:embed="rId1"/>
          <a:srcRect l="953" r="953"/>
          <a:stretch>
            <a:fillRect/>
          </a:stretch>
        </p:blipFill>
        <p:spPr>
          <a:xfrm>
            <a:off x="2352675" y="1112520"/>
            <a:ext cx="7486650" cy="4265295"/>
          </a:xfrm>
          <a:prstGeom prst="rect">
            <a:avLst/>
          </a:prstGeom>
        </p:spPr>
      </p:pic>
      <p:sp>
        <p:nvSpPr>
          <p:cNvPr id="6" name="Text Box 5"/>
          <p:cNvSpPr txBox="1"/>
          <p:nvPr/>
        </p:nvSpPr>
        <p:spPr>
          <a:xfrm>
            <a:off x="762635" y="5520055"/>
            <a:ext cx="10575290" cy="922020"/>
          </a:xfrm>
          <a:prstGeom prst="rect">
            <a:avLst/>
          </a:prstGeom>
          <a:noFill/>
        </p:spPr>
        <p:txBody>
          <a:bodyPr wrap="square" rtlCol="0">
            <a:spAutoFit/>
          </a:bodyPr>
          <a:p>
            <a:r>
              <a:rPr lang="en-IN" altLang="en-US" b="1">
                <a:latin typeface="Calibri" panose="020F0502020204030204" charset="0"/>
                <a:cs typeface="Calibri" panose="020F0502020204030204" charset="0"/>
              </a:rPr>
              <a:t>Description </a:t>
            </a:r>
            <a:r>
              <a:rPr lang="en-IN" altLang="en-US">
                <a:latin typeface="Calibri" panose="020F0502020204030204" charset="0"/>
                <a:cs typeface="Calibri" panose="020F0502020204030204" charset="0"/>
              </a:rPr>
              <a:t>: The dashboards contains key CLTV kpi’s like Total CLTV, Avg CLTV and Purchase Frequency along with chart visuals like top customers, AOV by segment, AVG lifespan bar chart, CLTV vs Purchase Frequency distribution, Segmentation summary matrix etc.</a:t>
            </a:r>
            <a:endParaRPr lang="en-IN" altLang="en-US">
              <a:latin typeface="Calibri" panose="020F0502020204030204" charset="0"/>
              <a:cs typeface="Calibri" panose="020F0502020204030204"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 name="Text Box 42"/>
          <p:cNvSpPr txBox="1"/>
          <p:nvPr/>
        </p:nvSpPr>
        <p:spPr>
          <a:xfrm>
            <a:off x="624523" y="579755"/>
            <a:ext cx="10942955" cy="521970"/>
          </a:xfrm>
          <a:prstGeom prst="rect">
            <a:avLst/>
          </a:prstGeom>
          <a:noFill/>
        </p:spPr>
        <p:txBody>
          <a:bodyPr wrap="square" rtlCol="0">
            <a:spAutoFit/>
          </a:bodyPr>
          <a:p>
            <a:pPr algn="l"/>
            <a:r>
              <a:rPr lang="en-US" altLang="en-US" sz="2800" b="1" smtClean="0">
                <a:ln>
                  <a:noFill/>
                  <a:prstDash val="sysDot"/>
                </a:ln>
                <a:solidFill>
                  <a:schemeClr val="accent1"/>
                </a:solidFill>
                <a:latin typeface="Calibri" panose="020F0502020204030204" charset="0"/>
                <a:ea typeface="+mj-ea"/>
                <a:cs typeface="Calibri" panose="020F0502020204030204" charset="0"/>
              </a:rPr>
              <a:t>Key Insights Derived</a:t>
            </a:r>
            <a:endParaRPr lang="en-US" altLang="en-US" sz="2800" b="1" smtClean="0">
              <a:ln>
                <a:noFill/>
                <a:prstDash val="sysDot"/>
              </a:ln>
              <a:solidFill>
                <a:schemeClr val="accent1"/>
              </a:solidFill>
              <a:latin typeface="Calibri" panose="020F0502020204030204" charset="0"/>
              <a:ea typeface="+mj-ea"/>
              <a:cs typeface="Calibri" panose="020F0502020204030204" charset="0"/>
            </a:endParaRPr>
          </a:p>
        </p:txBody>
      </p:sp>
      <p:sp>
        <p:nvSpPr>
          <p:cNvPr id="10" name="Text Box 9"/>
          <p:cNvSpPr txBox="1"/>
          <p:nvPr/>
        </p:nvSpPr>
        <p:spPr>
          <a:xfrm>
            <a:off x="624840" y="1101725"/>
            <a:ext cx="10942955" cy="1630045"/>
          </a:xfrm>
          <a:prstGeom prst="rect">
            <a:avLst/>
          </a:prstGeom>
          <a:noFill/>
        </p:spPr>
        <p:txBody>
          <a:bodyPr wrap="square" rtlCol="0">
            <a:spAutoFit/>
          </a:bodyPr>
          <a:p>
            <a:r>
              <a:rPr lang="en-IN" altLang="en-US" sz="2000" b="1">
                <a:latin typeface="Calibri" panose="020F0502020204030204" charset="0"/>
                <a:cs typeface="Calibri" panose="020F0502020204030204" charset="0"/>
              </a:rPr>
              <a:t>1.</a:t>
            </a:r>
            <a:r>
              <a:rPr lang="en-IN" altLang="en-US" sz="2000">
                <a:latin typeface="Calibri" panose="020F0502020204030204" charset="0"/>
                <a:cs typeface="Calibri" panose="020F0502020204030204" charset="0"/>
              </a:rPr>
              <a:t> </a:t>
            </a:r>
            <a:r>
              <a:rPr lang="en-IN" altLang="en-US" sz="2000" b="1">
                <a:latin typeface="Calibri" panose="020F0502020204030204" charset="0"/>
                <a:cs typeface="Calibri" panose="020F0502020204030204" charset="0"/>
              </a:rPr>
              <a:t>Revenue is strong, but repeat purchasing is low</a:t>
            </a:r>
            <a:endParaRPr lang="en-US" altLang="en-US" sz="2000"/>
          </a:p>
          <a:p>
            <a:r>
              <a:rPr lang="en-IN" altLang="en-US" sz="2000">
                <a:latin typeface="Calibri" panose="020F0502020204030204" charset="0"/>
                <a:cs typeface="Calibri" panose="020F0502020204030204" charset="0"/>
              </a:rPr>
              <a:t>The business generated </a:t>
            </a:r>
            <a:r>
              <a:rPr lang="en-IN" altLang="en-US" sz="2000" b="1">
                <a:latin typeface="Calibri" panose="020F0502020204030204" charset="0"/>
                <a:cs typeface="Calibri" panose="020F0502020204030204" charset="0"/>
              </a:rPr>
              <a:t>$19.78M</a:t>
            </a:r>
            <a:r>
              <a:rPr lang="en-IN" altLang="en-US" sz="2000">
                <a:latin typeface="Calibri" panose="020F0502020204030204" charset="0"/>
                <a:cs typeface="Calibri" panose="020F0502020204030204" charset="0"/>
              </a:rPr>
              <a:t> revenue from </a:t>
            </a:r>
            <a:r>
              <a:rPr lang="en-IN" altLang="en-US" sz="2000" b="1">
                <a:latin typeface="Calibri" panose="020F0502020204030204" charset="0"/>
                <a:cs typeface="Calibri" panose="020F0502020204030204" charset="0"/>
              </a:rPr>
              <a:t>~96K </a:t>
            </a:r>
            <a:r>
              <a:rPr lang="en-IN" altLang="en-US" sz="2000">
                <a:latin typeface="Calibri" panose="020F0502020204030204" charset="0"/>
                <a:cs typeface="Calibri" panose="020F0502020204030204" charset="0"/>
              </a:rPr>
              <a:t>orders and </a:t>
            </a:r>
            <a:r>
              <a:rPr lang="en-IN" altLang="en-US" sz="2000" b="1">
                <a:latin typeface="Calibri" panose="020F0502020204030204" charset="0"/>
                <a:cs typeface="Calibri" panose="020F0502020204030204" charset="0"/>
              </a:rPr>
              <a:t>93.36K</a:t>
            </a:r>
            <a:r>
              <a:rPr lang="en-IN" altLang="en-US" sz="2000">
                <a:latin typeface="Calibri" panose="020F0502020204030204" charset="0"/>
                <a:cs typeface="Calibri" panose="020F0502020204030204" charset="0"/>
              </a:rPr>
              <a:t> customers, yet the overall repeat rate is only </a:t>
            </a:r>
            <a:r>
              <a:rPr lang="en-IN" altLang="en-US" sz="2000" b="1">
                <a:latin typeface="Calibri" panose="020F0502020204030204" charset="0"/>
                <a:cs typeface="Calibri" panose="020F0502020204030204" charset="0"/>
              </a:rPr>
              <a:t>3%</a:t>
            </a:r>
            <a:r>
              <a:rPr lang="en-IN" altLang="en-US" sz="2000">
                <a:latin typeface="Calibri" panose="020F0502020204030204" charset="0"/>
                <a:cs typeface="Calibri" panose="020F0502020204030204" charset="0"/>
              </a:rPr>
              <a:t> and orders/customer is just </a:t>
            </a:r>
            <a:r>
              <a:rPr lang="en-IN" altLang="en-US" sz="2000" b="1">
                <a:latin typeface="Calibri" panose="020F0502020204030204" charset="0"/>
                <a:cs typeface="Calibri" panose="020F0502020204030204" charset="0"/>
              </a:rPr>
              <a:t>1.03</a:t>
            </a:r>
            <a:r>
              <a:rPr lang="en-IN" altLang="en-US" sz="2000">
                <a:latin typeface="Calibri" panose="020F0502020204030204" charset="0"/>
                <a:cs typeface="Calibri" panose="020F0502020204030204" charset="0"/>
              </a:rPr>
              <a:t>.</a:t>
            </a:r>
            <a:endParaRPr lang="en-IN" altLang="en-US" sz="2000">
              <a:latin typeface="Calibri" panose="020F0502020204030204" charset="0"/>
              <a:cs typeface="Calibri" panose="020F0502020204030204" charset="0"/>
            </a:endParaRPr>
          </a:p>
          <a:p>
            <a:r>
              <a:rPr lang="en-IN" altLang="en-US" sz="2000" b="1">
                <a:latin typeface="Calibri" panose="020F0502020204030204" charset="0"/>
                <a:cs typeface="Calibri" panose="020F0502020204030204" charset="0"/>
              </a:rPr>
              <a:t>Insight</a:t>
            </a:r>
            <a:r>
              <a:rPr lang="en-IN" altLang="en-US" sz="2000">
                <a:latin typeface="Calibri" panose="020F0502020204030204" charset="0"/>
                <a:cs typeface="Calibri" panose="020F0502020204030204" charset="0"/>
              </a:rPr>
              <a:t>: Revenue is being driven largely by first-time/low-frequency purchases rather than strong repeat behaviour.</a:t>
            </a:r>
            <a:endParaRPr lang="en-IN" altLang="en-US" sz="2000">
              <a:latin typeface="Calibri" panose="020F0502020204030204" charset="0"/>
              <a:cs typeface="Calibri" panose="020F0502020204030204" charset="0"/>
            </a:endParaRPr>
          </a:p>
        </p:txBody>
      </p:sp>
      <p:sp>
        <p:nvSpPr>
          <p:cNvPr id="11" name="Text Box 10"/>
          <p:cNvSpPr txBox="1"/>
          <p:nvPr/>
        </p:nvSpPr>
        <p:spPr>
          <a:xfrm>
            <a:off x="624840" y="2731770"/>
            <a:ext cx="10942955" cy="1630045"/>
          </a:xfrm>
          <a:prstGeom prst="rect">
            <a:avLst/>
          </a:prstGeom>
          <a:noFill/>
        </p:spPr>
        <p:txBody>
          <a:bodyPr wrap="square" rtlCol="0">
            <a:spAutoFit/>
          </a:bodyPr>
          <a:p>
            <a:r>
              <a:rPr lang="en-IN" altLang="en-US" sz="2000" b="1">
                <a:latin typeface="Calibri" panose="020F0502020204030204" charset="0"/>
                <a:cs typeface="Calibri" panose="020F0502020204030204" charset="0"/>
              </a:rPr>
              <a:t>2. High-value customers are the major revenue driver</a:t>
            </a:r>
            <a:endParaRPr lang="en-IN" altLang="en-US" sz="2000" b="1">
              <a:latin typeface="Calibri" panose="020F0502020204030204" charset="0"/>
              <a:cs typeface="Calibri" panose="020F0502020204030204" charset="0"/>
            </a:endParaRPr>
          </a:p>
          <a:p>
            <a:r>
              <a:rPr lang="en-IN" altLang="en-US" sz="2000">
                <a:latin typeface="Calibri" panose="020F0502020204030204" charset="0"/>
                <a:cs typeface="Calibri" panose="020F0502020204030204" charset="0"/>
              </a:rPr>
              <a:t>The High Value segment contributes </a:t>
            </a:r>
            <a:r>
              <a:rPr lang="en-IN" altLang="en-US" sz="2000" b="1">
                <a:latin typeface="Calibri" panose="020F0502020204030204" charset="0"/>
                <a:cs typeface="Calibri" panose="020F0502020204030204" charset="0"/>
              </a:rPr>
              <a:t>$14.63M</a:t>
            </a:r>
            <a:r>
              <a:rPr lang="en-IN" altLang="en-US" sz="2000">
                <a:latin typeface="Calibri" panose="020F0502020204030204" charset="0"/>
                <a:cs typeface="Calibri" panose="020F0502020204030204" charset="0"/>
              </a:rPr>
              <a:t> CLTV, compared with </a:t>
            </a:r>
            <a:r>
              <a:rPr lang="en-IN" altLang="en-US" sz="2000" b="1">
                <a:latin typeface="Calibri" panose="020F0502020204030204" charset="0"/>
                <a:cs typeface="Calibri" panose="020F0502020204030204" charset="0"/>
              </a:rPr>
              <a:t>$3.58M</a:t>
            </a:r>
            <a:r>
              <a:rPr lang="en-IN" altLang="en-US" sz="2000">
                <a:latin typeface="Calibri" panose="020F0502020204030204" charset="0"/>
                <a:cs typeface="Calibri" panose="020F0502020204030204" charset="0"/>
              </a:rPr>
              <a:t> for Medium Value and </a:t>
            </a:r>
            <a:r>
              <a:rPr lang="en-IN" altLang="en-US" sz="2000" b="1">
                <a:latin typeface="Calibri" panose="020F0502020204030204" charset="0"/>
                <a:cs typeface="Calibri" panose="020F0502020204030204" charset="0"/>
              </a:rPr>
              <a:t>$1.57M</a:t>
            </a:r>
            <a:r>
              <a:rPr lang="en-IN" altLang="en-US" sz="2000">
                <a:latin typeface="Calibri" panose="020F0502020204030204" charset="0"/>
                <a:cs typeface="Calibri" panose="020F0502020204030204" charset="0"/>
              </a:rPr>
              <a:t> for Low Value.</a:t>
            </a:r>
            <a:endParaRPr lang="en-IN" altLang="en-US" sz="2000">
              <a:latin typeface="Calibri" panose="020F0502020204030204" charset="0"/>
              <a:cs typeface="Calibri" panose="020F0502020204030204" charset="0"/>
            </a:endParaRPr>
          </a:p>
          <a:p>
            <a:r>
              <a:rPr lang="en-IN" altLang="en-US" sz="2000" b="1">
                <a:latin typeface="Calibri" panose="020F0502020204030204" charset="0"/>
                <a:cs typeface="Calibri" panose="020F0502020204030204" charset="0"/>
              </a:rPr>
              <a:t>Insight</a:t>
            </a:r>
            <a:r>
              <a:rPr lang="en-IN" altLang="en-US" sz="2000">
                <a:latin typeface="Calibri" panose="020F0502020204030204" charset="0"/>
                <a:cs typeface="Calibri" panose="020F0502020204030204" charset="0"/>
              </a:rPr>
              <a:t>: High-value customers are important to business revenue and should receive the strongest retention and loyalty efforts.</a:t>
            </a:r>
            <a:endParaRPr lang="en-IN" altLang="en-US" sz="2000">
              <a:latin typeface="Calibri" panose="020F0502020204030204" charset="0"/>
              <a:cs typeface="Calibri" panose="020F0502020204030204" charset="0"/>
            </a:endParaRPr>
          </a:p>
        </p:txBody>
      </p:sp>
      <p:sp>
        <p:nvSpPr>
          <p:cNvPr id="12" name="Text Box 11"/>
          <p:cNvSpPr txBox="1"/>
          <p:nvPr/>
        </p:nvSpPr>
        <p:spPr>
          <a:xfrm>
            <a:off x="624840" y="4361815"/>
            <a:ext cx="10942955" cy="1630045"/>
          </a:xfrm>
          <a:prstGeom prst="rect">
            <a:avLst/>
          </a:prstGeom>
          <a:noFill/>
        </p:spPr>
        <p:txBody>
          <a:bodyPr wrap="square" rtlCol="0">
            <a:spAutoFit/>
          </a:bodyPr>
          <a:p>
            <a:r>
              <a:rPr lang="en-IN" altLang="en-US" sz="2000" b="1">
                <a:latin typeface="Calibri" panose="020F0502020204030204" charset="0"/>
                <a:cs typeface="Calibri" panose="020F0502020204030204" charset="0"/>
              </a:rPr>
              <a:t>3. Customer value differs dramatically across segments</a:t>
            </a:r>
            <a:endParaRPr lang="en-IN" altLang="en-US" sz="2000" b="1">
              <a:latin typeface="Calibri" panose="020F0502020204030204" charset="0"/>
              <a:cs typeface="Calibri" panose="020F0502020204030204" charset="0"/>
            </a:endParaRPr>
          </a:p>
          <a:p>
            <a:r>
              <a:rPr lang="en-IN" altLang="en-US" sz="2000">
                <a:latin typeface="Calibri" panose="020F0502020204030204" charset="0"/>
                <a:cs typeface="Calibri" panose="020F0502020204030204" charset="0"/>
              </a:rPr>
              <a:t>High Value customers have an AOV of </a:t>
            </a:r>
            <a:r>
              <a:rPr lang="en-IN" altLang="en-US" sz="2000" b="1">
                <a:latin typeface="Calibri" panose="020F0502020204030204" charset="0"/>
                <a:cs typeface="Calibri" panose="020F0502020204030204" charset="0"/>
              </a:rPr>
              <a:t>$415.71</a:t>
            </a:r>
            <a:r>
              <a:rPr lang="en-IN" altLang="en-US" sz="2000">
                <a:latin typeface="Calibri" panose="020F0502020204030204" charset="0"/>
                <a:cs typeface="Calibri" panose="020F0502020204030204" charset="0"/>
              </a:rPr>
              <a:t>, versus</a:t>
            </a:r>
            <a:r>
              <a:rPr lang="en-IN" altLang="en-US" sz="2000" b="1">
                <a:latin typeface="Calibri" panose="020F0502020204030204" charset="0"/>
                <a:cs typeface="Calibri" panose="020F0502020204030204" charset="0"/>
              </a:rPr>
              <a:t> $111.41</a:t>
            </a:r>
            <a:r>
              <a:rPr lang="en-IN" altLang="en-US" sz="2000">
                <a:latin typeface="Calibri" panose="020F0502020204030204" charset="0"/>
                <a:cs typeface="Calibri" panose="020F0502020204030204" charset="0"/>
              </a:rPr>
              <a:t> for Medium Value and only </a:t>
            </a:r>
            <a:r>
              <a:rPr lang="en-IN" altLang="en-US" sz="2000" b="1">
                <a:latin typeface="Calibri" panose="020F0502020204030204" charset="0"/>
                <a:cs typeface="Calibri" panose="020F0502020204030204" charset="0"/>
              </a:rPr>
              <a:t>$51.56</a:t>
            </a:r>
            <a:r>
              <a:rPr lang="en-IN" altLang="en-US" sz="2000">
                <a:latin typeface="Calibri" panose="020F0502020204030204" charset="0"/>
                <a:cs typeface="Calibri" panose="020F0502020204030204" charset="0"/>
              </a:rPr>
              <a:t> for Low Value. Their average lifespan is also much longer (</a:t>
            </a:r>
            <a:r>
              <a:rPr lang="en-IN" altLang="en-US" sz="2000" b="1">
                <a:latin typeface="Calibri" panose="020F0502020204030204" charset="0"/>
                <a:cs typeface="Calibri" panose="020F0502020204030204" charset="0"/>
              </a:rPr>
              <a:t>6.02</a:t>
            </a:r>
            <a:r>
              <a:rPr lang="en-IN" altLang="en-US" sz="2000">
                <a:latin typeface="Calibri" panose="020F0502020204030204" charset="0"/>
                <a:cs typeface="Calibri" panose="020F0502020204030204" charset="0"/>
              </a:rPr>
              <a:t> vs. 1.66 vs. 0.23).</a:t>
            </a:r>
            <a:endParaRPr lang="en-IN" altLang="en-US" sz="2000">
              <a:latin typeface="Calibri" panose="020F0502020204030204" charset="0"/>
              <a:cs typeface="Calibri" panose="020F0502020204030204" charset="0"/>
            </a:endParaRPr>
          </a:p>
          <a:p>
            <a:r>
              <a:rPr lang="en-IN" altLang="en-US" sz="2000" b="1">
                <a:latin typeface="Calibri" panose="020F0502020204030204" charset="0"/>
                <a:cs typeface="Calibri" panose="020F0502020204030204" charset="0"/>
              </a:rPr>
              <a:t>Insight</a:t>
            </a:r>
            <a:r>
              <a:rPr lang="en-IN" altLang="en-US" sz="2000">
                <a:latin typeface="Calibri" panose="020F0502020204030204" charset="0"/>
                <a:cs typeface="Calibri" panose="020F0502020204030204" charset="0"/>
              </a:rPr>
              <a:t>: Increasing customers' order value and keeping them active longer appears to be the key path to moving customers toward the High Value segment.</a:t>
            </a:r>
            <a:endParaRPr lang="en-IN" altLang="en-US" sz="2000">
              <a:latin typeface="Calibri" panose="020F0502020204030204" charset="0"/>
              <a:cs typeface="Calibri" panose="020F05020202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 name="Text Box 42"/>
          <p:cNvSpPr txBox="1"/>
          <p:nvPr/>
        </p:nvSpPr>
        <p:spPr>
          <a:xfrm>
            <a:off x="624523" y="579755"/>
            <a:ext cx="10942955" cy="521970"/>
          </a:xfrm>
          <a:prstGeom prst="rect">
            <a:avLst/>
          </a:prstGeom>
          <a:noFill/>
        </p:spPr>
        <p:txBody>
          <a:bodyPr wrap="square" rtlCol="0">
            <a:spAutoFit/>
          </a:bodyPr>
          <a:p>
            <a:pPr algn="l"/>
            <a:r>
              <a:rPr lang="en-US" altLang="en-US" sz="2800" b="1" smtClean="0">
                <a:ln>
                  <a:noFill/>
                  <a:prstDash val="sysDot"/>
                </a:ln>
                <a:solidFill>
                  <a:schemeClr val="accent1"/>
                </a:solidFill>
                <a:latin typeface="Calibri" panose="020F0502020204030204" charset="0"/>
                <a:ea typeface="+mj-ea"/>
                <a:cs typeface="Calibri" panose="020F0502020204030204" charset="0"/>
              </a:rPr>
              <a:t>Key Insights Derived</a:t>
            </a:r>
            <a:endParaRPr lang="en-US" altLang="en-US" sz="2800" b="1" smtClean="0">
              <a:ln>
                <a:noFill/>
                <a:prstDash val="sysDot"/>
              </a:ln>
              <a:solidFill>
                <a:schemeClr val="accent1"/>
              </a:solidFill>
              <a:latin typeface="Calibri" panose="020F0502020204030204" charset="0"/>
              <a:ea typeface="+mj-ea"/>
              <a:cs typeface="Calibri" panose="020F0502020204030204" charset="0"/>
            </a:endParaRPr>
          </a:p>
        </p:txBody>
      </p:sp>
      <p:sp>
        <p:nvSpPr>
          <p:cNvPr id="10" name="Text Box 9"/>
          <p:cNvSpPr txBox="1"/>
          <p:nvPr/>
        </p:nvSpPr>
        <p:spPr>
          <a:xfrm>
            <a:off x="624840" y="1101725"/>
            <a:ext cx="10942955" cy="1322070"/>
          </a:xfrm>
          <a:prstGeom prst="rect">
            <a:avLst/>
          </a:prstGeom>
          <a:noFill/>
        </p:spPr>
        <p:txBody>
          <a:bodyPr wrap="square" rtlCol="0">
            <a:spAutoFit/>
          </a:bodyPr>
          <a:p>
            <a:r>
              <a:rPr lang="en-IN" altLang="en-US" sz="2000" b="1">
                <a:latin typeface="Calibri" panose="020F0502020204030204" charset="0"/>
                <a:cs typeface="Calibri" panose="020F0502020204030204" charset="0"/>
              </a:rPr>
              <a:t>4. Cohort retention declines sharply over time</a:t>
            </a:r>
            <a:endParaRPr lang="en-IN" altLang="en-US" sz="2000" b="1">
              <a:latin typeface="Calibri" panose="020F0502020204030204" charset="0"/>
              <a:cs typeface="Calibri" panose="020F0502020204030204" charset="0"/>
            </a:endParaRPr>
          </a:p>
          <a:p>
            <a:r>
              <a:rPr lang="en-US" altLang="en-US" sz="2000">
                <a:latin typeface="Calibri" panose="020F0502020204030204" charset="0"/>
                <a:cs typeface="Calibri" panose="020F0502020204030204" charset="0"/>
              </a:rPr>
              <a:t>The cohort matrix shows that customers generally experience a large drop in retention after their initial purchase, with many cohorts falling into low double-digit retention or below within subsequent periods.</a:t>
            </a:r>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Insight</a:t>
            </a:r>
            <a:r>
              <a:rPr lang="en-US" altLang="en-US" sz="2000">
                <a:latin typeface="Calibri" panose="020F0502020204030204" charset="0"/>
                <a:cs typeface="Calibri" panose="020F0502020204030204" charset="0"/>
              </a:rPr>
              <a:t>: The major challenge is not acquisition but converting first-time buyers into repeat customers.</a:t>
            </a:r>
            <a:endParaRPr lang="en-US" altLang="en-US" sz="2000">
              <a:latin typeface="Calibri" panose="020F0502020204030204" charset="0"/>
              <a:cs typeface="Calibri" panose="020F0502020204030204" charset="0"/>
            </a:endParaRPr>
          </a:p>
        </p:txBody>
      </p:sp>
      <p:sp>
        <p:nvSpPr>
          <p:cNvPr id="11" name="Text Box 10"/>
          <p:cNvSpPr txBox="1"/>
          <p:nvPr/>
        </p:nvSpPr>
        <p:spPr>
          <a:xfrm>
            <a:off x="624840" y="2423795"/>
            <a:ext cx="10942955" cy="1630045"/>
          </a:xfrm>
          <a:prstGeom prst="rect">
            <a:avLst/>
          </a:prstGeom>
          <a:noFill/>
        </p:spPr>
        <p:txBody>
          <a:bodyPr wrap="square" rtlCol="0">
            <a:spAutoFit/>
          </a:bodyPr>
          <a:p>
            <a:r>
              <a:rPr lang="en-IN" altLang="en-US" sz="2000" b="1">
                <a:latin typeface="Calibri" panose="020F0502020204030204" charset="0"/>
                <a:cs typeface="Calibri" panose="020F0502020204030204" charset="0"/>
              </a:rPr>
              <a:t>5. Some cohorts demonstrate better retention than others</a:t>
            </a:r>
            <a:endParaRPr lang="en-IN" altLang="en-US" sz="2000" b="1">
              <a:latin typeface="Calibri" panose="020F0502020204030204" charset="0"/>
              <a:cs typeface="Calibri" panose="020F0502020204030204" charset="0"/>
            </a:endParaRPr>
          </a:p>
          <a:p>
            <a:r>
              <a:rPr lang="en-US" altLang="en-US" sz="2000">
                <a:latin typeface="Calibri" panose="020F0502020204030204" charset="0"/>
                <a:cs typeface="Calibri" panose="020F0502020204030204" charset="0"/>
              </a:rPr>
              <a:t>The cohort matrix shows noticeable differences between acquisition cohorts. For example, several 2017 cohorts maintain stronger retention in their early periods than others.</a:t>
            </a:r>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Insight</a:t>
            </a:r>
            <a:r>
              <a:rPr lang="en-US" altLang="en-US" sz="2000">
                <a:latin typeface="Calibri" panose="020F0502020204030204" charset="0"/>
                <a:cs typeface="Calibri" panose="020F0502020204030204" charset="0"/>
              </a:rPr>
              <a:t>: The business should investigate what acquisition channels, products, promotions, or customer experiences were associated with stronger cohorts and replicate those approaches.</a:t>
            </a:r>
            <a:endParaRPr lang="en-US" altLang="en-US" sz="2000">
              <a:latin typeface="Calibri" panose="020F0502020204030204" charset="0"/>
              <a:cs typeface="Calibri" panose="020F0502020204030204" charset="0"/>
            </a:endParaRPr>
          </a:p>
        </p:txBody>
      </p:sp>
      <p:sp>
        <p:nvSpPr>
          <p:cNvPr id="12" name="Text Box 11"/>
          <p:cNvSpPr txBox="1"/>
          <p:nvPr/>
        </p:nvSpPr>
        <p:spPr>
          <a:xfrm>
            <a:off x="624840" y="4053840"/>
            <a:ext cx="10942955" cy="1938020"/>
          </a:xfrm>
          <a:prstGeom prst="rect">
            <a:avLst/>
          </a:prstGeom>
          <a:noFill/>
        </p:spPr>
        <p:txBody>
          <a:bodyPr wrap="square" rtlCol="0">
            <a:spAutoFit/>
          </a:bodyPr>
          <a:p>
            <a:r>
              <a:rPr lang="en-IN" altLang="en-US" sz="2000" b="1">
                <a:latin typeface="Calibri" panose="020F0502020204030204" charset="0"/>
                <a:cs typeface="Calibri" panose="020F0502020204030204" charset="0"/>
              </a:rPr>
              <a:t>6. Customer value is highly concentrated at the top</a:t>
            </a:r>
            <a:endParaRPr lang="en-IN" altLang="en-US" sz="2000" b="1">
              <a:latin typeface="Calibri" panose="020F0502020204030204" charset="0"/>
              <a:cs typeface="Calibri" panose="020F0502020204030204" charset="0"/>
            </a:endParaRPr>
          </a:p>
          <a:p>
            <a:r>
              <a:rPr lang="en-US" altLang="en-US" sz="2000">
                <a:latin typeface="Calibri" panose="020F0502020204030204" charset="0"/>
                <a:cs typeface="Calibri" panose="020F0502020204030204" charset="0"/>
              </a:rPr>
              <a:t>The Top 10 CLTV visual shows a very large gap between the highest-value customer (</a:t>
            </a:r>
            <a:r>
              <a:rPr lang="en-US" altLang="en-US" sz="2000" b="1">
                <a:latin typeface="Calibri" panose="020F0502020204030204" charset="0"/>
                <a:cs typeface="Calibri" panose="020F0502020204030204" charset="0"/>
              </a:rPr>
              <a:t>~$109K</a:t>
            </a:r>
            <a:r>
              <a:rPr lang="en-US" altLang="en-US" sz="2000">
                <a:latin typeface="Calibri" panose="020F0502020204030204" charset="0"/>
                <a:cs typeface="Calibri" panose="020F0502020204030204" charset="0"/>
              </a:rPr>
              <a:t>) and the remaining top customers, while the CLTV vs Purchase Frequency visual also shows the High Value segment clearly separated from Medium and Low Value customers.</a:t>
            </a:r>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Insight</a:t>
            </a:r>
            <a:r>
              <a:rPr lang="en-US" altLang="en-US" sz="2000">
                <a:latin typeface="Calibri" panose="020F0502020204030204" charset="0"/>
                <a:cs typeface="Calibri" panose="020F0502020204030204" charset="0"/>
              </a:rPr>
              <a:t>: A relatively small group of highly valuable customers contributes disproportionately to lifetime value, making VIP/loyalty programs and personalized retention strategies commercially important.</a:t>
            </a:r>
            <a:endParaRPr lang="en-US" altLang="en-US" sz="2000">
              <a:latin typeface="Calibri" panose="020F0502020204030204" charset="0"/>
              <a:cs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
          <p:cNvCxnSpPr/>
          <p:nvPr>
            <p:custDataLst>
              <p:tags r:id="rId1"/>
            </p:custDataLst>
          </p:nvPr>
        </p:nvCxnSpPr>
        <p:spPr>
          <a:xfrm>
            <a:off x="1485899" y="1669732"/>
            <a:ext cx="0" cy="308610"/>
          </a:xfrm>
          <a:prstGeom prst="line">
            <a:avLst/>
          </a:prstGeom>
          <a:solidFill>
            <a:srgbClr val="00993F">
              <a:alpha val="0"/>
            </a:srgbClr>
          </a:solidFill>
          <a:ln w="12700">
            <a:solidFill>
              <a:schemeClr val="tx1">
                <a:alpha val="30000"/>
              </a:schemeClr>
            </a:solidFill>
            <a:prstDash val="sysDot"/>
          </a:ln>
        </p:spPr>
        <p:style>
          <a:lnRef idx="1">
            <a:srgbClr val="376FFF"/>
          </a:lnRef>
          <a:fillRef idx="0">
            <a:srgbClr val="376FFF"/>
          </a:fillRef>
          <a:effectRef idx="0">
            <a:srgbClr val="376FFF"/>
          </a:effectRef>
          <a:fontRef idx="minor">
            <a:srgbClr val="000000"/>
          </a:fontRef>
        </p:style>
      </p:cxnSp>
      <p:sp>
        <p:nvSpPr>
          <p:cNvPr id="28" name="椭圆 3"/>
          <p:cNvSpPr/>
          <p:nvPr>
            <p:custDataLst>
              <p:tags r:id="rId2"/>
            </p:custDataLst>
          </p:nvPr>
        </p:nvSpPr>
        <p:spPr>
          <a:xfrm>
            <a:off x="1239519" y="1083627"/>
            <a:ext cx="490855" cy="490855"/>
          </a:xfrm>
          <a:prstGeom prst="ellipse">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rmAutofit/>
          </a:bodyPr>
          <a:p>
            <a:pPr marL="0" algn="ctr" rtl="0" eaLnBrk="1" latinLnBrk="0" hangingPunct="1">
              <a:spcBef>
                <a:spcPts val="0"/>
              </a:spcBef>
              <a:spcAft>
                <a:spcPts val="0"/>
              </a:spcAft>
            </a:pPr>
            <a:r>
              <a:rPr lang="en-US" b="1" kern="1200" dirty="0">
                <a:solidFill>
                  <a:srgbClr val="FFFFFF"/>
                </a:solidFill>
                <a:effectLst/>
                <a:latin typeface="Calibri" panose="020F0502020204030204" charset="0"/>
                <a:cs typeface="Calibri" panose="020F0502020204030204" charset="0"/>
                <a:sym typeface="+mn-lt"/>
              </a:rPr>
              <a:t>01</a:t>
            </a:r>
            <a:endParaRPr lang="en-US" b="1" kern="1200" dirty="0">
              <a:solidFill>
                <a:srgbClr val="FFFFFF"/>
              </a:solidFill>
              <a:effectLst/>
              <a:latin typeface="Calibri" panose="020F0502020204030204" charset="0"/>
              <a:cs typeface="Calibri" panose="020F0502020204030204" charset="0"/>
              <a:sym typeface="+mn-lt"/>
            </a:endParaRPr>
          </a:p>
        </p:txBody>
      </p:sp>
      <p:sp>
        <p:nvSpPr>
          <p:cNvPr id="29" name="矩形 5"/>
          <p:cNvSpPr/>
          <p:nvPr>
            <p:custDataLst>
              <p:tags r:id="rId3"/>
            </p:custDataLst>
          </p:nvPr>
        </p:nvSpPr>
        <p:spPr bwMode="auto">
          <a:xfrm>
            <a:off x="2334259" y="1083627"/>
            <a:ext cx="7885431" cy="385445"/>
          </a:xfrm>
          <a:prstGeom prst="rect">
            <a:avLst/>
          </a:prstGeom>
          <a:noFill/>
          <a:ln>
            <a:noFill/>
          </a:ln>
        </p:spPr>
        <p:txBody>
          <a:bodyPr wrap="square" lIns="0" tIns="0" rIns="0" bIns="0" rtlCol="0" anchor="b" anchorCtr="0">
            <a:normAutofit/>
          </a:bodyPr>
          <a:p>
            <a:pPr lvl="0" algn="l">
              <a:lnSpc>
                <a:spcPct val="70000"/>
              </a:lnSpc>
              <a:spcBef>
                <a:spcPct val="0"/>
              </a:spcBef>
              <a:spcAft>
                <a:spcPct val="0"/>
              </a:spcAft>
              <a:buClrTx/>
              <a:buSzTx/>
              <a:buFontTx/>
            </a:pPr>
            <a:r>
              <a:rPr lang="en-US" altLang="en-US" b="1" dirty="0">
                <a:solidFill>
                  <a:schemeClr val="accent1"/>
                </a:solidFill>
                <a:uFillTx/>
                <a:latin typeface="Calibri" panose="020F0502020204030204" charset="0"/>
                <a:cs typeface="Calibri" panose="020F0502020204030204" charset="0"/>
                <a:sym typeface="+mn-ea"/>
              </a:rPr>
              <a:t>Strengthen Early Retention</a:t>
            </a:r>
            <a:endParaRPr lang="en-US" altLang="en-US" b="1" dirty="0">
              <a:solidFill>
                <a:schemeClr val="accent1"/>
              </a:solidFill>
              <a:uFillTx/>
              <a:latin typeface="Calibri" panose="020F0502020204030204" charset="0"/>
              <a:cs typeface="Calibri" panose="020F0502020204030204" charset="0"/>
              <a:sym typeface="+mn-ea"/>
            </a:endParaRPr>
          </a:p>
        </p:txBody>
      </p:sp>
      <p:sp>
        <p:nvSpPr>
          <p:cNvPr id="30" name="矩形 23"/>
          <p:cNvSpPr/>
          <p:nvPr>
            <p:custDataLst>
              <p:tags r:id="rId4"/>
            </p:custDataLst>
          </p:nvPr>
        </p:nvSpPr>
        <p:spPr>
          <a:xfrm>
            <a:off x="2334259" y="1488439"/>
            <a:ext cx="9051291" cy="570230"/>
          </a:xfrm>
          <a:prstGeom prst="rect">
            <a:avLst/>
          </a:prstGeom>
          <a:ln>
            <a:noFill/>
            <a:prstDash val="sysDash"/>
          </a:ln>
        </p:spPr>
        <p:txBody>
          <a:bodyPr vert="horz" wrap="square" lIns="0" tIns="0" rIns="0" bIns="0" rtlCol="0" anchor="t" anchorCtr="0">
            <a:normAutofit lnSpcReduction="20000"/>
          </a:bodyPr>
          <a:p>
            <a:pPr>
              <a:lnSpc>
                <a:spcPct val="150000"/>
              </a:lnSpc>
              <a:spcBef>
                <a:spcPct val="0"/>
              </a:spcBef>
              <a:spcAft>
                <a:spcPct val="0"/>
              </a:spcAft>
            </a:pPr>
            <a:r>
              <a:rPr lang="en-US" altLang="en-US" sz="1400" dirty="0">
                <a:ln>
                  <a:noFill/>
                  <a:prstDash val="sysDot"/>
                </a:ln>
                <a:solidFill>
                  <a:schemeClr val="tx1">
                    <a:lumMod val="85000"/>
                    <a:lumOff val="15000"/>
                  </a:schemeClr>
                </a:solidFill>
                <a:latin typeface="Calibri" panose="020F0502020204030204" charset="0"/>
                <a:cs typeface="Calibri" panose="020F0502020204030204" charset="0"/>
                <a:sym typeface="+mn-ea"/>
              </a:rPr>
              <a:t>Target new customers with personalized offers and follow-up campaigns during the first few months, where cohort retention drops sharply.</a:t>
            </a:r>
            <a:endParaRPr lang="en-US" altLang="en-US" sz="1400" dirty="0">
              <a:ln>
                <a:noFill/>
                <a:prstDash val="sysDot"/>
              </a:ln>
              <a:solidFill>
                <a:schemeClr val="tx1">
                  <a:lumMod val="85000"/>
                  <a:lumOff val="15000"/>
                </a:schemeClr>
              </a:solidFill>
              <a:latin typeface="Calibri" panose="020F0502020204030204" charset="0"/>
              <a:cs typeface="Calibri" panose="020F0502020204030204" charset="0"/>
              <a:sym typeface="+mn-ea"/>
            </a:endParaRPr>
          </a:p>
        </p:txBody>
      </p:sp>
      <p:sp>
        <p:nvSpPr>
          <p:cNvPr id="31" name="椭圆 8"/>
          <p:cNvSpPr/>
          <p:nvPr>
            <p:custDataLst>
              <p:tags r:id="rId5"/>
            </p:custDataLst>
          </p:nvPr>
        </p:nvSpPr>
        <p:spPr>
          <a:xfrm>
            <a:off x="1240154" y="2072958"/>
            <a:ext cx="490855" cy="490855"/>
          </a:xfrm>
          <a:prstGeom prst="ellipse">
            <a:avLst/>
          </a:prstGeom>
          <a:solidFill>
            <a:schemeClr val="accent2"/>
          </a:solidFill>
          <a:ln>
            <a:noFill/>
          </a:ln>
          <a:effectLst/>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rmAutofit/>
          </a:bodyPr>
          <a:p>
            <a:pPr marL="0" algn="ctr" rtl="0" eaLnBrk="1" latinLnBrk="0" hangingPunct="1">
              <a:spcBef>
                <a:spcPts val="0"/>
              </a:spcBef>
              <a:spcAft>
                <a:spcPts val="0"/>
              </a:spcAft>
            </a:pPr>
            <a:r>
              <a:rPr lang="en-US" b="1" kern="1200" dirty="0">
                <a:solidFill>
                  <a:srgbClr val="FFFFFF"/>
                </a:solidFill>
                <a:effectLst/>
                <a:latin typeface="Calibri" panose="020F0502020204030204" charset="0"/>
                <a:cs typeface="Calibri" panose="020F0502020204030204" charset="0"/>
                <a:sym typeface="+mn-lt"/>
              </a:rPr>
              <a:t>02</a:t>
            </a:r>
            <a:endParaRPr lang="en-US" b="1" kern="1200" dirty="0">
              <a:solidFill>
                <a:srgbClr val="FFFFFF"/>
              </a:solidFill>
              <a:effectLst/>
              <a:latin typeface="Calibri" panose="020F0502020204030204" charset="0"/>
              <a:cs typeface="Calibri" panose="020F0502020204030204" charset="0"/>
              <a:sym typeface="+mn-lt"/>
            </a:endParaRPr>
          </a:p>
        </p:txBody>
      </p:sp>
      <p:sp>
        <p:nvSpPr>
          <p:cNvPr id="32" name="矩形 10"/>
          <p:cNvSpPr/>
          <p:nvPr>
            <p:custDataLst>
              <p:tags r:id="rId6"/>
            </p:custDataLst>
          </p:nvPr>
        </p:nvSpPr>
        <p:spPr bwMode="auto">
          <a:xfrm>
            <a:off x="2334259" y="2093913"/>
            <a:ext cx="7885431" cy="385445"/>
          </a:xfrm>
          <a:prstGeom prst="rect">
            <a:avLst/>
          </a:prstGeom>
          <a:noFill/>
          <a:ln>
            <a:noFill/>
          </a:ln>
        </p:spPr>
        <p:txBody>
          <a:bodyPr wrap="square" lIns="0" tIns="0" rIns="0" bIns="0" rtlCol="0" anchor="b" anchorCtr="0">
            <a:normAutofit/>
          </a:bodyPr>
          <a:p>
            <a:pPr lvl="0" algn="l">
              <a:lnSpc>
                <a:spcPct val="60000"/>
              </a:lnSpc>
              <a:spcBef>
                <a:spcPct val="0"/>
              </a:spcBef>
              <a:spcAft>
                <a:spcPct val="0"/>
              </a:spcAft>
              <a:buClrTx/>
              <a:buSzTx/>
              <a:buFontTx/>
            </a:pPr>
            <a:r>
              <a:rPr lang="en-US" altLang="en-US" b="1">
                <a:solidFill>
                  <a:schemeClr val="accent2"/>
                </a:solidFill>
                <a:uFillTx/>
                <a:latin typeface="Calibri" panose="020F0502020204030204" charset="0"/>
                <a:cs typeface="Calibri" panose="020F0502020204030204" charset="0"/>
                <a:sym typeface="+mn-ea"/>
              </a:rPr>
              <a:t>Build a High-Value Customer Program</a:t>
            </a:r>
            <a:endParaRPr lang="en-US" altLang="en-US" b="1">
              <a:solidFill>
                <a:schemeClr val="accent2"/>
              </a:solidFill>
              <a:uFillTx/>
              <a:latin typeface="Calibri" panose="020F0502020204030204" charset="0"/>
              <a:cs typeface="Calibri" panose="020F0502020204030204" charset="0"/>
              <a:sym typeface="+mn-ea"/>
            </a:endParaRPr>
          </a:p>
        </p:txBody>
      </p:sp>
      <p:sp>
        <p:nvSpPr>
          <p:cNvPr id="33" name="矩形 25"/>
          <p:cNvSpPr/>
          <p:nvPr>
            <p:custDataLst>
              <p:tags r:id="rId7"/>
            </p:custDataLst>
          </p:nvPr>
        </p:nvSpPr>
        <p:spPr>
          <a:xfrm>
            <a:off x="2334259" y="2479675"/>
            <a:ext cx="9051291" cy="570230"/>
          </a:xfrm>
          <a:prstGeom prst="rect">
            <a:avLst/>
          </a:prstGeom>
          <a:ln>
            <a:noFill/>
            <a:prstDash val="sysDash"/>
          </a:ln>
        </p:spPr>
        <p:txBody>
          <a:bodyPr vert="horz" wrap="square" lIns="0" tIns="0" rIns="0" bIns="0" rtlCol="0" anchor="t" anchorCtr="0">
            <a:normAutofit lnSpcReduction="20000"/>
          </a:bodyPr>
          <a:p>
            <a:pPr indent="-228600">
              <a:lnSpc>
                <a:spcPct val="150000"/>
              </a:lnSpc>
              <a:spcBef>
                <a:spcPct val="0"/>
              </a:spcBef>
              <a:spcAft>
                <a:spcPct val="0"/>
              </a:spcAft>
            </a:pPr>
            <a:r>
              <a:rPr lang="en-US" altLang="en-US" sz="1400">
                <a:ln>
                  <a:noFill/>
                  <a:prstDash val="sysDot"/>
                </a:ln>
                <a:solidFill>
                  <a:schemeClr val="tx1">
                    <a:lumMod val="85000"/>
                    <a:lumOff val="15000"/>
                  </a:schemeClr>
                </a:solidFill>
                <a:latin typeface="Calibri" panose="020F0502020204030204" charset="0"/>
                <a:cs typeface="Calibri" panose="020F0502020204030204" charset="0"/>
                <a:sym typeface="+mn-ea"/>
              </a:rPr>
              <a:t>Prioritize High Value customers with loyalty rewards, exclusive offers, and personalized communication to protect the $14.63M CLTV contribution.</a:t>
            </a:r>
            <a:endParaRPr lang="en-US" altLang="en-US" sz="1400">
              <a:ln>
                <a:noFill/>
                <a:prstDash val="sysDot"/>
              </a:ln>
              <a:solidFill>
                <a:schemeClr val="tx1">
                  <a:lumMod val="85000"/>
                  <a:lumOff val="15000"/>
                </a:schemeClr>
              </a:solidFill>
              <a:latin typeface="Calibri" panose="020F0502020204030204" charset="0"/>
              <a:cs typeface="Calibri" panose="020F0502020204030204" charset="0"/>
              <a:sym typeface="+mn-ea"/>
            </a:endParaRPr>
          </a:p>
        </p:txBody>
      </p:sp>
      <p:sp>
        <p:nvSpPr>
          <p:cNvPr id="34" name="椭圆 12"/>
          <p:cNvSpPr/>
          <p:nvPr>
            <p:custDataLst>
              <p:tags r:id="rId8"/>
            </p:custDataLst>
          </p:nvPr>
        </p:nvSpPr>
        <p:spPr>
          <a:xfrm>
            <a:off x="1240154" y="3062923"/>
            <a:ext cx="490855" cy="490855"/>
          </a:xfrm>
          <a:prstGeom prst="ellipse">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rmAutofit/>
          </a:bodyPr>
          <a:p>
            <a:pPr marL="0" algn="ctr" rtl="0" eaLnBrk="1" latinLnBrk="0" hangingPunct="1">
              <a:spcBef>
                <a:spcPts val="0"/>
              </a:spcBef>
              <a:spcAft>
                <a:spcPts val="0"/>
              </a:spcAft>
            </a:pPr>
            <a:r>
              <a:rPr lang="en-US" b="1" kern="1200">
                <a:solidFill>
                  <a:srgbClr val="FFFFFF"/>
                </a:solidFill>
                <a:effectLst/>
                <a:latin typeface="Calibri" panose="020F0502020204030204" charset="0"/>
                <a:cs typeface="Calibri" panose="020F0502020204030204" charset="0"/>
                <a:sym typeface="+mn-lt"/>
              </a:rPr>
              <a:t>03</a:t>
            </a:r>
            <a:endParaRPr lang="en-US" b="1" kern="1200">
              <a:solidFill>
                <a:srgbClr val="FFFFFF"/>
              </a:solidFill>
              <a:effectLst/>
              <a:latin typeface="Calibri" panose="020F0502020204030204" charset="0"/>
              <a:cs typeface="Calibri" panose="020F0502020204030204" charset="0"/>
              <a:sym typeface="+mn-lt"/>
            </a:endParaRPr>
          </a:p>
        </p:txBody>
      </p:sp>
      <p:sp>
        <p:nvSpPr>
          <p:cNvPr id="35" name="矩形 14"/>
          <p:cNvSpPr/>
          <p:nvPr>
            <p:custDataLst>
              <p:tags r:id="rId9"/>
            </p:custDataLst>
          </p:nvPr>
        </p:nvSpPr>
        <p:spPr bwMode="auto">
          <a:xfrm>
            <a:off x="2334259" y="3104833"/>
            <a:ext cx="7885431" cy="385445"/>
          </a:xfrm>
          <a:prstGeom prst="rect">
            <a:avLst/>
          </a:prstGeom>
          <a:noFill/>
          <a:ln>
            <a:noFill/>
          </a:ln>
        </p:spPr>
        <p:txBody>
          <a:bodyPr wrap="square" lIns="0" tIns="0" rIns="0" bIns="0" rtlCol="0" anchor="b" anchorCtr="0">
            <a:normAutofit/>
          </a:bodyPr>
          <a:p>
            <a:pPr lvl="0" algn="l">
              <a:lnSpc>
                <a:spcPct val="60000"/>
              </a:lnSpc>
              <a:spcBef>
                <a:spcPct val="0"/>
              </a:spcBef>
              <a:spcAft>
                <a:spcPct val="0"/>
              </a:spcAft>
              <a:buClrTx/>
              <a:buSzTx/>
              <a:buFontTx/>
            </a:pPr>
            <a:r>
              <a:rPr lang="en-US" altLang="en-US" b="1">
                <a:solidFill>
                  <a:schemeClr val="accent1"/>
                </a:solidFill>
                <a:uFillTx/>
                <a:latin typeface="Calibri" panose="020F0502020204030204" charset="0"/>
                <a:cs typeface="Calibri" panose="020F0502020204030204" charset="0"/>
                <a:sym typeface="+mn-ea"/>
              </a:rPr>
              <a:t>Increase Repeat Purchases</a:t>
            </a:r>
            <a:endParaRPr lang="en-US" altLang="en-US" b="1">
              <a:solidFill>
                <a:schemeClr val="accent1"/>
              </a:solidFill>
              <a:uFillTx/>
              <a:latin typeface="Calibri" panose="020F0502020204030204" charset="0"/>
              <a:cs typeface="Calibri" panose="020F0502020204030204" charset="0"/>
              <a:sym typeface="+mn-ea"/>
            </a:endParaRPr>
          </a:p>
        </p:txBody>
      </p:sp>
      <p:sp>
        <p:nvSpPr>
          <p:cNvPr id="36" name="矩形 27"/>
          <p:cNvSpPr/>
          <p:nvPr>
            <p:custDataLst>
              <p:tags r:id="rId10"/>
            </p:custDataLst>
          </p:nvPr>
        </p:nvSpPr>
        <p:spPr>
          <a:xfrm>
            <a:off x="2334259" y="3463290"/>
            <a:ext cx="9050656" cy="570230"/>
          </a:xfrm>
          <a:prstGeom prst="rect">
            <a:avLst/>
          </a:prstGeom>
          <a:ln>
            <a:noFill/>
            <a:prstDash val="sysDash"/>
          </a:ln>
        </p:spPr>
        <p:txBody>
          <a:bodyPr vert="horz" wrap="square" lIns="0" tIns="0" rIns="0" bIns="0" rtlCol="0" anchor="t" anchorCtr="0">
            <a:normAutofit lnSpcReduction="20000"/>
          </a:bodyPr>
          <a:p>
            <a:pPr indent="-228600">
              <a:lnSpc>
                <a:spcPct val="150000"/>
              </a:lnSpc>
              <a:spcBef>
                <a:spcPct val="0"/>
              </a:spcBef>
              <a:spcAft>
                <a:spcPct val="0"/>
              </a:spcAft>
            </a:pPr>
            <a:r>
              <a:rPr lang="en-US" altLang="en-US" sz="1400">
                <a:ln>
                  <a:noFill/>
                  <a:prstDash val="sysDot"/>
                </a:ln>
                <a:solidFill>
                  <a:schemeClr val="tx1">
                    <a:lumMod val="85000"/>
                    <a:lumOff val="15000"/>
                  </a:schemeClr>
                </a:solidFill>
                <a:latin typeface="Calibri" panose="020F0502020204030204" charset="0"/>
                <a:cs typeface="Calibri" panose="020F0502020204030204" charset="0"/>
                <a:sym typeface="+mn-ea"/>
              </a:rPr>
              <a:t>With only a 3% repeat rate and 1.03 orders/customer, introduce post-purchase campaigns, replenishment reminders, and cross-selling strategies.</a:t>
            </a:r>
            <a:endParaRPr lang="en-US" altLang="en-US" sz="1400">
              <a:ln>
                <a:noFill/>
                <a:prstDash val="sysDot"/>
              </a:ln>
              <a:solidFill>
                <a:schemeClr val="tx1">
                  <a:lumMod val="85000"/>
                  <a:lumOff val="15000"/>
                </a:schemeClr>
              </a:solidFill>
              <a:latin typeface="Calibri" panose="020F0502020204030204" charset="0"/>
              <a:cs typeface="Calibri" panose="020F0502020204030204" charset="0"/>
              <a:sym typeface="+mn-ea"/>
            </a:endParaRPr>
          </a:p>
        </p:txBody>
      </p:sp>
      <p:sp>
        <p:nvSpPr>
          <p:cNvPr id="37" name="椭圆 16"/>
          <p:cNvSpPr/>
          <p:nvPr>
            <p:custDataLst>
              <p:tags r:id="rId11"/>
            </p:custDataLst>
          </p:nvPr>
        </p:nvSpPr>
        <p:spPr>
          <a:xfrm>
            <a:off x="1240154" y="4052253"/>
            <a:ext cx="490855" cy="490855"/>
          </a:xfrm>
          <a:prstGeom prst="ellipse">
            <a:avLst/>
          </a:prstGeom>
          <a:solidFill>
            <a:schemeClr val="accent2"/>
          </a:solidFill>
          <a:ln>
            <a:noFill/>
          </a:ln>
          <a:effectLst/>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rmAutofit/>
          </a:bodyPr>
          <a:p>
            <a:pPr marL="0" algn="ctr" rtl="0" eaLnBrk="1" latinLnBrk="0" hangingPunct="1">
              <a:spcBef>
                <a:spcPts val="0"/>
              </a:spcBef>
              <a:spcAft>
                <a:spcPts val="0"/>
              </a:spcAft>
            </a:pPr>
            <a:r>
              <a:rPr lang="en-US" b="1" kern="1200" dirty="0">
                <a:solidFill>
                  <a:srgbClr val="FFFFFF"/>
                </a:solidFill>
                <a:effectLst/>
                <a:latin typeface="Calibri" panose="020F0502020204030204" charset="0"/>
                <a:cs typeface="Calibri" panose="020F0502020204030204" charset="0"/>
                <a:sym typeface="+mn-lt"/>
              </a:rPr>
              <a:t>04</a:t>
            </a:r>
            <a:endParaRPr lang="en-US" b="1" kern="1200" dirty="0">
              <a:solidFill>
                <a:srgbClr val="FFFFFF"/>
              </a:solidFill>
              <a:effectLst/>
              <a:latin typeface="Calibri" panose="020F0502020204030204" charset="0"/>
              <a:cs typeface="Calibri" panose="020F0502020204030204" charset="0"/>
              <a:sym typeface="+mn-lt"/>
            </a:endParaRPr>
          </a:p>
        </p:txBody>
      </p:sp>
      <p:sp>
        <p:nvSpPr>
          <p:cNvPr id="38" name="矩形 18"/>
          <p:cNvSpPr/>
          <p:nvPr>
            <p:custDataLst>
              <p:tags r:id="rId12"/>
            </p:custDataLst>
          </p:nvPr>
        </p:nvSpPr>
        <p:spPr bwMode="auto">
          <a:xfrm>
            <a:off x="2334259" y="4050348"/>
            <a:ext cx="7885431" cy="385445"/>
          </a:xfrm>
          <a:prstGeom prst="rect">
            <a:avLst/>
          </a:prstGeom>
          <a:noFill/>
          <a:ln>
            <a:noFill/>
          </a:ln>
        </p:spPr>
        <p:txBody>
          <a:bodyPr wrap="square" lIns="0" tIns="0" rIns="0" bIns="0" rtlCol="0" anchor="b" anchorCtr="0">
            <a:normAutofit/>
          </a:bodyPr>
          <a:p>
            <a:pPr lvl="0" algn="l">
              <a:lnSpc>
                <a:spcPct val="60000"/>
              </a:lnSpc>
              <a:spcBef>
                <a:spcPct val="0"/>
              </a:spcBef>
              <a:spcAft>
                <a:spcPct val="0"/>
              </a:spcAft>
              <a:buClrTx/>
              <a:buSzTx/>
              <a:buFontTx/>
            </a:pPr>
            <a:r>
              <a:rPr lang="en-US" altLang="en-US" b="1" dirty="0">
                <a:solidFill>
                  <a:schemeClr val="accent2"/>
                </a:solidFill>
                <a:uFillTx/>
                <a:latin typeface="Calibri" panose="020F0502020204030204" charset="0"/>
                <a:cs typeface="Calibri" panose="020F0502020204030204" charset="0"/>
                <a:sym typeface="+mn-ea"/>
              </a:rPr>
              <a:t>Increase Customer Value</a:t>
            </a:r>
            <a:endParaRPr lang="en-US" altLang="en-US" b="1" dirty="0">
              <a:solidFill>
                <a:schemeClr val="accent2"/>
              </a:solidFill>
              <a:uFillTx/>
              <a:latin typeface="Calibri" panose="020F0502020204030204" charset="0"/>
              <a:cs typeface="Calibri" panose="020F0502020204030204" charset="0"/>
              <a:sym typeface="+mn-ea"/>
            </a:endParaRPr>
          </a:p>
        </p:txBody>
      </p:sp>
      <p:sp>
        <p:nvSpPr>
          <p:cNvPr id="39" name="矩形 29"/>
          <p:cNvSpPr/>
          <p:nvPr>
            <p:custDataLst>
              <p:tags r:id="rId13"/>
            </p:custDataLst>
          </p:nvPr>
        </p:nvSpPr>
        <p:spPr>
          <a:xfrm>
            <a:off x="2334259" y="4455160"/>
            <a:ext cx="9051291" cy="570230"/>
          </a:xfrm>
          <a:prstGeom prst="rect">
            <a:avLst/>
          </a:prstGeom>
          <a:ln>
            <a:noFill/>
            <a:prstDash val="sysDash"/>
          </a:ln>
        </p:spPr>
        <p:txBody>
          <a:bodyPr vert="horz" wrap="square" lIns="0" tIns="0" rIns="0" bIns="0" rtlCol="0" anchor="t" anchorCtr="0">
            <a:normAutofit lnSpcReduction="20000"/>
          </a:bodyPr>
          <a:p>
            <a:pPr indent="-228600">
              <a:lnSpc>
                <a:spcPct val="150000"/>
              </a:lnSpc>
              <a:spcBef>
                <a:spcPct val="0"/>
              </a:spcBef>
              <a:spcAft>
                <a:spcPct val="0"/>
              </a:spcAft>
            </a:pPr>
            <a:r>
              <a:rPr lang="en-US" altLang="en-US" sz="1400" dirty="0">
                <a:ln>
                  <a:noFill/>
                  <a:prstDash val="sysDot"/>
                </a:ln>
                <a:solidFill>
                  <a:schemeClr val="tx1">
                    <a:lumMod val="85000"/>
                    <a:lumOff val="15000"/>
                  </a:schemeClr>
                </a:solidFill>
                <a:latin typeface="Calibri" panose="020F0502020204030204" charset="0"/>
                <a:cs typeface="Calibri" panose="020F0502020204030204" charset="0"/>
                <a:sym typeface="+mn-ea"/>
              </a:rPr>
              <a:t>Use bundles, cross-selling and premium recommendations to increase AOV, particularly by moving Medium Value customers toward the High Value segment.</a:t>
            </a:r>
            <a:endParaRPr lang="en-US" altLang="en-US" sz="1400" dirty="0">
              <a:ln>
                <a:noFill/>
                <a:prstDash val="sysDot"/>
              </a:ln>
              <a:solidFill>
                <a:schemeClr val="tx1">
                  <a:lumMod val="85000"/>
                  <a:lumOff val="15000"/>
                </a:schemeClr>
              </a:solidFill>
              <a:latin typeface="Calibri" panose="020F0502020204030204" charset="0"/>
              <a:cs typeface="Calibri" panose="020F0502020204030204" charset="0"/>
              <a:sym typeface="+mn-ea"/>
            </a:endParaRPr>
          </a:p>
        </p:txBody>
      </p:sp>
      <p:sp>
        <p:nvSpPr>
          <p:cNvPr id="42" name="椭圆 41"/>
          <p:cNvSpPr/>
          <p:nvPr>
            <p:custDataLst>
              <p:tags r:id="rId14"/>
            </p:custDataLst>
          </p:nvPr>
        </p:nvSpPr>
        <p:spPr>
          <a:xfrm>
            <a:off x="1240154" y="5042218"/>
            <a:ext cx="490855" cy="490855"/>
          </a:xfrm>
          <a:prstGeom prst="ellipse">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wrap="none" lIns="0" tIns="0" rIns="0" bIns="0" rtlCol="0" anchor="ctr">
            <a:normAutofit/>
          </a:bodyPr>
          <a:p>
            <a:pPr marL="0" algn="ctr" rtl="0" eaLnBrk="1" latinLnBrk="0" hangingPunct="1">
              <a:spcBef>
                <a:spcPts val="0"/>
              </a:spcBef>
              <a:spcAft>
                <a:spcPts val="0"/>
              </a:spcAft>
            </a:pPr>
            <a:r>
              <a:rPr lang="en-US" b="1" kern="1200">
                <a:solidFill>
                  <a:srgbClr val="FFFFFF"/>
                </a:solidFill>
                <a:effectLst/>
                <a:latin typeface="Calibri" panose="020F0502020204030204" charset="0"/>
                <a:cs typeface="Calibri" panose="020F0502020204030204" charset="0"/>
                <a:sym typeface="+mn-lt"/>
              </a:rPr>
              <a:t>05</a:t>
            </a:r>
            <a:endParaRPr lang="en-US" b="1" kern="1200">
              <a:solidFill>
                <a:srgbClr val="FFFFFF"/>
              </a:solidFill>
              <a:effectLst/>
              <a:latin typeface="Calibri" panose="020F0502020204030204" charset="0"/>
              <a:cs typeface="Calibri" panose="020F0502020204030204" charset="0"/>
              <a:sym typeface="+mn-lt"/>
            </a:endParaRPr>
          </a:p>
        </p:txBody>
      </p:sp>
      <p:sp>
        <p:nvSpPr>
          <p:cNvPr id="44" name="矩形 43"/>
          <p:cNvSpPr/>
          <p:nvPr>
            <p:custDataLst>
              <p:tags r:id="rId15"/>
            </p:custDataLst>
          </p:nvPr>
        </p:nvSpPr>
        <p:spPr bwMode="auto">
          <a:xfrm>
            <a:off x="2334259" y="5042218"/>
            <a:ext cx="7885431" cy="385445"/>
          </a:xfrm>
          <a:prstGeom prst="rect">
            <a:avLst/>
          </a:prstGeom>
          <a:noFill/>
          <a:ln>
            <a:noFill/>
          </a:ln>
        </p:spPr>
        <p:txBody>
          <a:bodyPr wrap="square" lIns="0" tIns="0" rIns="0" bIns="0" rtlCol="0" anchor="b" anchorCtr="0">
            <a:normAutofit/>
          </a:bodyPr>
          <a:p>
            <a:pPr lvl="0" algn="l">
              <a:lnSpc>
                <a:spcPct val="60000"/>
              </a:lnSpc>
              <a:spcBef>
                <a:spcPct val="0"/>
              </a:spcBef>
              <a:spcAft>
                <a:spcPct val="0"/>
              </a:spcAft>
              <a:buClrTx/>
              <a:buSzTx/>
              <a:buFontTx/>
            </a:pPr>
            <a:r>
              <a:rPr lang="en-US" altLang="en-US" b="1">
                <a:solidFill>
                  <a:schemeClr val="accent1"/>
                </a:solidFill>
                <a:uFillTx/>
                <a:latin typeface="Calibri" panose="020F0502020204030204" charset="0"/>
                <a:cs typeface="Calibri" panose="020F0502020204030204" charset="0"/>
                <a:sym typeface="+mn-ea"/>
              </a:rPr>
              <a:t>Replicate High-Performing Cohorts</a:t>
            </a:r>
            <a:endParaRPr lang="en-US" altLang="en-US" b="1">
              <a:solidFill>
                <a:schemeClr val="accent1"/>
              </a:solidFill>
              <a:uFillTx/>
              <a:latin typeface="Calibri" panose="020F0502020204030204" charset="0"/>
              <a:cs typeface="Calibri" panose="020F0502020204030204" charset="0"/>
              <a:sym typeface="+mn-ea"/>
            </a:endParaRPr>
          </a:p>
        </p:txBody>
      </p:sp>
      <p:sp>
        <p:nvSpPr>
          <p:cNvPr id="40" name="矩形 31"/>
          <p:cNvSpPr/>
          <p:nvPr>
            <p:custDataLst>
              <p:tags r:id="rId16"/>
            </p:custDataLst>
          </p:nvPr>
        </p:nvSpPr>
        <p:spPr>
          <a:xfrm>
            <a:off x="2334259" y="5446395"/>
            <a:ext cx="9051291" cy="558165"/>
          </a:xfrm>
          <a:prstGeom prst="rect">
            <a:avLst/>
          </a:prstGeom>
          <a:ln>
            <a:noFill/>
            <a:prstDash val="sysDash"/>
          </a:ln>
        </p:spPr>
        <p:txBody>
          <a:bodyPr vert="horz" wrap="square" lIns="0" tIns="0" rIns="0" bIns="0" rtlCol="0" anchor="t" anchorCtr="0">
            <a:normAutofit lnSpcReduction="20000"/>
          </a:bodyPr>
          <a:p>
            <a:pPr indent="-228600">
              <a:lnSpc>
                <a:spcPct val="150000"/>
              </a:lnSpc>
              <a:spcBef>
                <a:spcPct val="0"/>
              </a:spcBef>
              <a:spcAft>
                <a:spcPct val="0"/>
              </a:spcAft>
            </a:pPr>
            <a:r>
              <a:rPr lang="en-US" altLang="en-US" sz="1400">
                <a:ln>
                  <a:noFill/>
                  <a:prstDash val="sysDot"/>
                </a:ln>
                <a:solidFill>
                  <a:schemeClr val="tx1">
                    <a:lumMod val="85000"/>
                    <a:lumOff val="15000"/>
                  </a:schemeClr>
                </a:solidFill>
                <a:latin typeface="Calibri" panose="020F0502020204030204" charset="0"/>
                <a:cs typeface="Calibri" panose="020F0502020204030204" charset="0"/>
                <a:sym typeface="+mn-ea"/>
              </a:rPr>
              <a:t>Identify the products, categories, acquisition periods, and customer characteristics associated with stronger-retaining cohorts and use them to improve future acquisition campaigns.</a:t>
            </a:r>
            <a:endParaRPr lang="en-US" altLang="en-US" sz="1400">
              <a:ln>
                <a:noFill/>
                <a:prstDash val="sysDot"/>
              </a:ln>
              <a:solidFill>
                <a:schemeClr val="tx1">
                  <a:lumMod val="85000"/>
                  <a:lumOff val="15000"/>
                </a:schemeClr>
              </a:solidFill>
              <a:latin typeface="Calibri" panose="020F0502020204030204" charset="0"/>
              <a:cs typeface="Calibri" panose="020F0502020204030204" charset="0"/>
              <a:sym typeface="+mn-ea"/>
            </a:endParaRPr>
          </a:p>
        </p:txBody>
      </p:sp>
      <p:cxnSp>
        <p:nvCxnSpPr>
          <p:cNvPr id="41" name="直接连接符 6"/>
          <p:cNvCxnSpPr/>
          <p:nvPr>
            <p:custDataLst>
              <p:tags r:id="rId17"/>
            </p:custDataLst>
          </p:nvPr>
        </p:nvCxnSpPr>
        <p:spPr>
          <a:xfrm>
            <a:off x="1485899" y="2659063"/>
            <a:ext cx="0" cy="308610"/>
          </a:xfrm>
          <a:prstGeom prst="line">
            <a:avLst/>
          </a:prstGeom>
          <a:solidFill>
            <a:srgbClr val="00993F">
              <a:alpha val="0"/>
            </a:srgbClr>
          </a:solidFill>
          <a:ln w="12700">
            <a:solidFill>
              <a:schemeClr val="tx1">
                <a:alpha val="30000"/>
              </a:schemeClr>
            </a:solidFill>
            <a:prstDash val="sysDot"/>
          </a:ln>
        </p:spPr>
        <p:style>
          <a:lnRef idx="1">
            <a:srgbClr val="376FFF"/>
          </a:lnRef>
          <a:fillRef idx="0">
            <a:srgbClr val="376FFF"/>
          </a:fillRef>
          <a:effectRef idx="0">
            <a:srgbClr val="376FFF"/>
          </a:effectRef>
          <a:fontRef idx="minor">
            <a:srgbClr val="000000"/>
          </a:fontRef>
        </p:style>
      </p:cxnSp>
      <p:cxnSp>
        <p:nvCxnSpPr>
          <p:cNvPr id="43" name="直接连接符 19"/>
          <p:cNvCxnSpPr/>
          <p:nvPr>
            <p:custDataLst>
              <p:tags r:id="rId18"/>
            </p:custDataLst>
          </p:nvPr>
        </p:nvCxnSpPr>
        <p:spPr>
          <a:xfrm>
            <a:off x="1485899" y="3649028"/>
            <a:ext cx="0" cy="308610"/>
          </a:xfrm>
          <a:prstGeom prst="line">
            <a:avLst/>
          </a:prstGeom>
          <a:solidFill>
            <a:srgbClr val="00993F">
              <a:alpha val="0"/>
            </a:srgbClr>
          </a:solidFill>
          <a:ln w="12700">
            <a:solidFill>
              <a:schemeClr val="tx1">
                <a:alpha val="30000"/>
              </a:schemeClr>
            </a:solidFill>
            <a:prstDash val="sysDot"/>
          </a:ln>
        </p:spPr>
        <p:style>
          <a:lnRef idx="1">
            <a:srgbClr val="376FFF"/>
          </a:lnRef>
          <a:fillRef idx="0">
            <a:srgbClr val="376FFF"/>
          </a:fillRef>
          <a:effectRef idx="0">
            <a:srgbClr val="376FFF"/>
          </a:effectRef>
          <a:fontRef idx="minor">
            <a:srgbClr val="000000"/>
          </a:fontRef>
        </p:style>
      </p:cxnSp>
      <p:cxnSp>
        <p:nvCxnSpPr>
          <p:cNvPr id="45" name="直接连接符 21"/>
          <p:cNvCxnSpPr/>
          <p:nvPr>
            <p:custDataLst>
              <p:tags r:id="rId19"/>
            </p:custDataLst>
          </p:nvPr>
        </p:nvCxnSpPr>
        <p:spPr>
          <a:xfrm>
            <a:off x="1485899" y="4638358"/>
            <a:ext cx="0" cy="308610"/>
          </a:xfrm>
          <a:prstGeom prst="line">
            <a:avLst/>
          </a:prstGeom>
          <a:solidFill>
            <a:srgbClr val="00993F">
              <a:alpha val="0"/>
            </a:srgbClr>
          </a:solidFill>
          <a:ln w="12700">
            <a:solidFill>
              <a:schemeClr val="tx1">
                <a:alpha val="30000"/>
              </a:schemeClr>
            </a:solidFill>
            <a:prstDash val="sysDot"/>
          </a:ln>
        </p:spPr>
        <p:style>
          <a:lnRef idx="1">
            <a:srgbClr val="376FFF"/>
          </a:lnRef>
          <a:fillRef idx="0">
            <a:srgbClr val="376FFF"/>
          </a:fillRef>
          <a:effectRef idx="0">
            <a:srgbClr val="376FFF"/>
          </a:effectRef>
          <a:fontRef idx="minor">
            <a:srgbClr val="000000"/>
          </a:fontRef>
        </p:style>
      </p:cxnSp>
      <p:sp>
        <p:nvSpPr>
          <p:cNvPr id="46" name="Text Box 45"/>
          <p:cNvSpPr txBox="1"/>
          <p:nvPr/>
        </p:nvSpPr>
        <p:spPr>
          <a:xfrm>
            <a:off x="931545" y="389890"/>
            <a:ext cx="7776845" cy="460375"/>
          </a:xfrm>
          <a:prstGeom prst="rect">
            <a:avLst/>
          </a:prstGeom>
          <a:noFill/>
        </p:spPr>
        <p:txBody>
          <a:bodyPr wrap="square" rtlCol="0">
            <a:spAutoFit/>
          </a:bodyPr>
          <a:p>
            <a:r>
              <a:rPr lang="en-US" altLang="en-US" sz="2400" b="1" smtClean="0">
                <a:ln>
                  <a:noFill/>
                  <a:prstDash val="sysDot"/>
                </a:ln>
                <a:solidFill>
                  <a:schemeClr val="accent1"/>
                </a:solidFill>
                <a:latin typeface="Calibri" panose="020F0502020204030204" charset="0"/>
                <a:ea typeface="+mj-ea"/>
                <a:cs typeface="Calibri" panose="020F0502020204030204" charset="0"/>
              </a:rPr>
              <a:t>Business Recommendation</a:t>
            </a:r>
            <a:r>
              <a:rPr lang="en-IN" altLang="en-US" sz="2400" b="1" smtClean="0">
                <a:ln>
                  <a:noFill/>
                  <a:prstDash val="sysDot"/>
                </a:ln>
                <a:solidFill>
                  <a:schemeClr val="accent1"/>
                </a:solidFill>
                <a:latin typeface="Calibri" panose="020F0502020204030204" charset="0"/>
                <a:ea typeface="+mj-ea"/>
                <a:cs typeface="Calibri" panose="020F0502020204030204" charset="0"/>
              </a:rPr>
              <a:t>s</a:t>
            </a:r>
            <a:endParaRPr lang="en-IN" altLang="en-US" sz="2400" b="1" smtClean="0">
              <a:ln>
                <a:noFill/>
                <a:prstDash val="sysDot"/>
              </a:ln>
              <a:solidFill>
                <a:schemeClr val="accent1"/>
              </a:solidFill>
              <a:latin typeface="Calibri" panose="020F0502020204030204" charset="0"/>
              <a:ea typeface="+mj-ea"/>
              <a:cs typeface="Calibri" panose="020F0502020204030204" charset="0"/>
            </a:endParaRPr>
          </a:p>
        </p:txBody>
      </p:sp>
    </p:spTree>
    <p:custDataLst>
      <p:tags r:id="rId2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Text Box 45"/>
          <p:cNvSpPr txBox="1"/>
          <p:nvPr/>
        </p:nvSpPr>
        <p:spPr>
          <a:xfrm>
            <a:off x="931545" y="389890"/>
            <a:ext cx="7776845" cy="460375"/>
          </a:xfrm>
          <a:prstGeom prst="rect">
            <a:avLst/>
          </a:prstGeom>
          <a:noFill/>
        </p:spPr>
        <p:txBody>
          <a:bodyPr wrap="square" rtlCol="0">
            <a:spAutoFit/>
          </a:bodyPr>
          <a:p>
            <a:r>
              <a:rPr lang="en-IN" sz="2400" b="1" smtClean="0">
                <a:ln>
                  <a:noFill/>
                  <a:prstDash val="sysDot"/>
                </a:ln>
                <a:solidFill>
                  <a:schemeClr val="accent1"/>
                </a:solidFill>
                <a:latin typeface="Calibri" panose="020F0502020204030204" charset="0"/>
                <a:ea typeface="+mj-ea"/>
                <a:cs typeface="Calibri" panose="020F0502020204030204" charset="0"/>
              </a:rPr>
              <a:t>Conclusion and Key Takeaways</a:t>
            </a:r>
            <a:endParaRPr lang="en-IN" sz="2400" b="1" smtClean="0">
              <a:ln>
                <a:noFill/>
                <a:prstDash val="sysDot"/>
              </a:ln>
              <a:solidFill>
                <a:schemeClr val="accent1"/>
              </a:solidFill>
              <a:latin typeface="Calibri" panose="020F0502020204030204" charset="0"/>
              <a:ea typeface="+mj-ea"/>
              <a:cs typeface="Calibri" panose="020F0502020204030204" charset="0"/>
            </a:endParaRPr>
          </a:p>
        </p:txBody>
      </p:sp>
      <p:sp>
        <p:nvSpPr>
          <p:cNvPr id="24" name="Text Box 23"/>
          <p:cNvSpPr txBox="1"/>
          <p:nvPr/>
        </p:nvSpPr>
        <p:spPr>
          <a:xfrm>
            <a:off x="931545" y="1336040"/>
            <a:ext cx="10532745" cy="3969385"/>
          </a:xfrm>
          <a:prstGeom prst="rect">
            <a:avLst/>
          </a:prstGeom>
          <a:noFill/>
        </p:spPr>
        <p:txBody>
          <a:bodyPr wrap="square" rtlCol="0">
            <a:spAutoFit/>
          </a:bodyPr>
          <a:p>
            <a:r>
              <a:rPr lang="en-US" altLang="en-US" b="1">
                <a:solidFill>
                  <a:schemeClr val="accent1"/>
                </a:solidFill>
                <a:latin typeface="Calibri" panose="020F0502020204030204" charset="0"/>
                <a:cs typeface="Calibri" panose="020F0502020204030204" charset="0"/>
              </a:rPr>
              <a:t>01 — Strong Revenue Base</a:t>
            </a:r>
            <a:endParaRPr lang="en-US" altLang="en-US" b="1">
              <a:solidFill>
                <a:schemeClr val="accent1"/>
              </a:solidFill>
              <a:latin typeface="Calibri" panose="020F0502020204030204" charset="0"/>
              <a:cs typeface="Calibri" panose="020F0502020204030204" charset="0"/>
            </a:endParaRPr>
          </a:p>
          <a:p>
            <a:r>
              <a:rPr lang="en-US" altLang="en-US">
                <a:latin typeface="Calibri" panose="020F0502020204030204" charset="0"/>
                <a:cs typeface="Calibri" panose="020F0502020204030204" charset="0"/>
              </a:rPr>
              <a:t>The business generated $19.78M revenue, providing a strong foundation for customer-value growth.</a:t>
            </a:r>
            <a:endParaRPr lang="en-US" altLang="en-US">
              <a:latin typeface="Calibri" panose="020F0502020204030204" charset="0"/>
              <a:cs typeface="Calibri" panose="020F0502020204030204" charset="0"/>
            </a:endParaRPr>
          </a:p>
          <a:p>
            <a:endParaRPr lang="en-US" altLang="en-US">
              <a:latin typeface="Calibri" panose="020F0502020204030204" charset="0"/>
              <a:cs typeface="Calibri" panose="020F0502020204030204" charset="0"/>
            </a:endParaRPr>
          </a:p>
          <a:p>
            <a:r>
              <a:rPr lang="en-US" altLang="en-US" b="1">
                <a:solidFill>
                  <a:schemeClr val="accent1"/>
                </a:solidFill>
                <a:latin typeface="Calibri" panose="020F0502020204030204" charset="0"/>
                <a:cs typeface="Calibri" panose="020F0502020204030204" charset="0"/>
              </a:rPr>
              <a:t>02 — Retention is the Main Opportunity</a:t>
            </a:r>
            <a:endParaRPr lang="en-US" altLang="en-US">
              <a:latin typeface="Calibri" panose="020F0502020204030204" charset="0"/>
              <a:cs typeface="Calibri" panose="020F0502020204030204" charset="0"/>
            </a:endParaRPr>
          </a:p>
          <a:p>
            <a:r>
              <a:rPr lang="en-US" altLang="en-US">
                <a:latin typeface="Calibri" panose="020F0502020204030204" charset="0"/>
                <a:cs typeface="Calibri" panose="020F0502020204030204" charset="0"/>
              </a:rPr>
              <a:t>The 3% repeat rate and declining cohort retention indicate that converting first-time customers into repeat buyers is a major challenge.</a:t>
            </a:r>
            <a:endParaRPr lang="en-US" altLang="en-US">
              <a:latin typeface="Calibri" panose="020F0502020204030204" charset="0"/>
              <a:cs typeface="Calibri" panose="020F0502020204030204" charset="0"/>
            </a:endParaRPr>
          </a:p>
          <a:p>
            <a:endParaRPr lang="en-US" altLang="en-US">
              <a:latin typeface="Calibri" panose="020F0502020204030204" charset="0"/>
              <a:cs typeface="Calibri" panose="020F0502020204030204" charset="0"/>
            </a:endParaRPr>
          </a:p>
          <a:p>
            <a:r>
              <a:rPr lang="en-US" altLang="en-US" b="1">
                <a:solidFill>
                  <a:schemeClr val="accent1"/>
                </a:solidFill>
                <a:latin typeface="Calibri" panose="020F0502020204030204" charset="0"/>
                <a:cs typeface="Calibri" panose="020F0502020204030204" charset="0"/>
              </a:rPr>
              <a:t>03 — High-Value Customers Drive CLTV</a:t>
            </a:r>
            <a:endParaRPr lang="en-US" altLang="en-US" b="1">
              <a:solidFill>
                <a:schemeClr val="accent1"/>
              </a:solidFill>
              <a:latin typeface="Calibri" panose="020F0502020204030204" charset="0"/>
              <a:cs typeface="Calibri" panose="020F0502020204030204" charset="0"/>
            </a:endParaRPr>
          </a:p>
          <a:p>
            <a:r>
              <a:rPr lang="en-US" altLang="en-US">
                <a:latin typeface="Calibri" panose="020F0502020204030204" charset="0"/>
                <a:cs typeface="Calibri" panose="020F0502020204030204" charset="0"/>
              </a:rPr>
              <a:t>The High Value segment contributes $14.63M CLTV, with substantially higher AOV and customer lifespan than the other segments.</a:t>
            </a:r>
            <a:endParaRPr lang="en-US" altLang="en-US">
              <a:latin typeface="Calibri" panose="020F0502020204030204" charset="0"/>
              <a:cs typeface="Calibri" panose="020F0502020204030204" charset="0"/>
            </a:endParaRPr>
          </a:p>
          <a:p>
            <a:endParaRPr lang="en-US" altLang="en-US">
              <a:latin typeface="Calibri" panose="020F0502020204030204" charset="0"/>
              <a:cs typeface="Calibri" panose="020F0502020204030204" charset="0"/>
            </a:endParaRPr>
          </a:p>
          <a:p>
            <a:pPr algn="l">
              <a:buClrTx/>
              <a:buSzTx/>
              <a:buFontTx/>
            </a:pPr>
            <a:r>
              <a:rPr lang="en-US" altLang="en-US" b="1">
                <a:solidFill>
                  <a:schemeClr val="accent1"/>
                </a:solidFill>
                <a:latin typeface="Calibri" panose="020F0502020204030204" charset="0"/>
                <a:cs typeface="Calibri" panose="020F0502020204030204" charset="0"/>
              </a:rPr>
              <a:t>04 — Focus on Customer Lifetime Value</a:t>
            </a:r>
            <a:endParaRPr lang="en-US" altLang="en-US" b="1">
              <a:solidFill>
                <a:schemeClr val="accent1"/>
              </a:solidFill>
              <a:latin typeface="Calibri" panose="020F0502020204030204" charset="0"/>
              <a:cs typeface="Calibri" panose="020F0502020204030204" charset="0"/>
            </a:endParaRPr>
          </a:p>
          <a:p>
            <a:r>
              <a:rPr lang="en-US" altLang="en-US">
                <a:latin typeface="Calibri" panose="020F0502020204030204" charset="0"/>
                <a:cs typeface="Calibri" panose="020F0502020204030204" charset="0"/>
              </a:rPr>
              <a:t>Improving retention, purchase frequency, customer lifespan, and AOV can increase long-term customer profitability.</a:t>
            </a:r>
            <a:endParaRPr lang="en-US" altLang="en-US">
              <a:latin typeface="Calibri" panose="020F0502020204030204" charset="0"/>
              <a:cs typeface="Calibri" panose="020F0502020204030204" charset="0"/>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p:cNvSpPr>
            <a:spLocks noGrp="1"/>
          </p:cNvSpPr>
          <p:nvPr>
            <p:ph type="title" idx="16388"/>
            <p:custDataLst>
              <p:tags r:id="rId1"/>
            </p:custDataLst>
          </p:nvPr>
        </p:nvSpPr>
        <p:spPr>
          <a:xfrm>
            <a:off x="3370439" y="2402840"/>
            <a:ext cx="5451122" cy="1016000"/>
          </a:xfrm>
        </p:spPr>
        <p:txBody>
          <a:bodyPr>
            <a:normAutofit/>
          </a:bodyPr>
          <a:p>
            <a:r>
              <a:rPr lang="zh-CN" altLang="en-US">
                <a:latin typeface="Calibri" panose="020F0502020204030204" charset="0"/>
                <a:cs typeface="Calibri" panose="020F0502020204030204" charset="0"/>
              </a:rPr>
              <a:t>Thank You</a:t>
            </a:r>
            <a:endParaRPr lang="zh-CN" altLang="en-US">
              <a:latin typeface="Calibri" panose="020F0502020204030204" charset="0"/>
              <a:cs typeface="Calibri" panose="020F0502020204030204" charset="0"/>
            </a:endParaRPr>
          </a:p>
        </p:txBody>
      </p:sp>
      <p:sp>
        <p:nvSpPr>
          <p:cNvPr id="4" name="Text Box 3"/>
          <p:cNvSpPr txBox="1"/>
          <p:nvPr/>
        </p:nvSpPr>
        <p:spPr>
          <a:xfrm>
            <a:off x="2561590" y="3418840"/>
            <a:ext cx="7068185" cy="368300"/>
          </a:xfrm>
          <a:prstGeom prst="rect">
            <a:avLst/>
          </a:prstGeom>
          <a:noFill/>
        </p:spPr>
        <p:txBody>
          <a:bodyPr wrap="square" rtlCol="0">
            <a:spAutoFit/>
          </a:bodyPr>
          <a:p>
            <a:pPr algn="ctr"/>
            <a:r>
              <a:rPr lang="en-IN" altLang="en-US">
                <a:latin typeface="Calibri" panose="020F0502020204030204" charset="0"/>
                <a:cs typeface="Calibri" panose="020F0502020204030204" charset="0"/>
              </a:rPr>
              <a:t>E-commerce Cohort Retention &amp; CLTV Analytics Project</a:t>
            </a:r>
            <a:endParaRPr lang="en-IN" altLang="en-US">
              <a:latin typeface="Calibri" panose="020F0502020204030204" charset="0"/>
              <a:cs typeface="Calibri" panose="020F0502020204030204" charset="0"/>
            </a:endParaRPr>
          </a:p>
        </p:txBody>
      </p:sp>
    </p:spTree>
    <p:custDataLst>
      <p:tags r:id="rId2"/>
    </p:custDataLst>
  </p:cSld>
  <p:clrMapOvr>
    <a:masterClrMapping/>
  </p:clrMapOvr>
</p:sld>
</file>

<file path=ppt/tags/tag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PRESET_TEXT" val="单击此处编辑母版文本样式&#10;第二级&#10;第三级&#10;第四级&#10;第五级"/>
  <p:tag name="KSO_WM_UNIT_TEXT_LAYER_COUNT" val="1"/>
  <p:tag name="KSO_WM_UNIT_ISNUMDGMTITLE" val="0"/>
  <p:tag name="KSO_WM_TEMPLATE_INDEX" val="40490144"/>
  <p:tag name="KSO_WM_TEMPLATE_CATEGORY" val="custom"/>
</p:tagLst>
</file>

<file path=ppt/tags/tag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titlestyle"/>
  <p:tag name="KSO_WM_TEMPLATE_INDEX" val="40490144"/>
  <p:tag name="KSO_WM_TEMPLATE_CATEGORY" val="custo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PRESET_TEXT" val="目录"/>
  <p:tag name="KSO_WM_UNIT_VALUE" val="4"/>
  <p:tag name="KSO_WM_UNIT_TYPE" val="a"/>
  <p:tag name="KSO_WM_UNIT_INDEX" val="1"/>
  <p:tag name="KSO_WM_TEMPLATE_INDEX" val="40490144"/>
  <p:tag name="KSO_WM_TEMPLATE_CATEGORY" val="custo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2"/>
  <p:tag name="KSO_WM_UNIT_LAYERLEVEL" val="1"/>
  <p:tag name="KSO_WM_TAG_VERSION" val="3.0"/>
  <p:tag name="KSO_WM_BEAUTIFY_FLAG" val="#wm#"/>
  <p:tag name="KSO_WM_UNIT_TYPE" val="i"/>
  <p:tag name="KSO_WM_UNIT_INDEX" val="2"/>
  <p:tag name="KSO_WM_UNIT_ISNUMDGMTITLE" val="0"/>
  <p:tag name="KSO_WM_UNIT_NOCLEAR" val="0"/>
  <p:tag name="KSO_WM_TEMPLATE_INDEX" val="40490144"/>
  <p:tag name="KSO_WM_TEMPLATE_CATEGORY" val="custom"/>
</p:tagLst>
</file>

<file path=ppt/tags/tag1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3*f*1"/>
  <p:tag name="KSO_WM_UNIT_LAYERLEVEL" val="1"/>
  <p:tag name="KSO_WM_TAG_VERSION" val="3.0"/>
  <p:tag name="KSO_WM_BEAUTIFY_FLAG" val="#wm#"/>
  <p:tag name="KSO_WM_UNIT_PRESET_TEXT" val="单击此处编辑母版文本样式&#10;第二级&#10;第三级&#10;第四级&#10;第五级"/>
  <p:tag name="KSO_WM_UNIT_TEXT_LAYER_COUNT" val="1"/>
  <p:tag name="KSO_WM_UNIT_ISNUMDGMTITLE" val="0"/>
  <p:tag name="KSO_WM_TEMPLATE_INDEX" val="40490144"/>
  <p:tag name="KSO_WM_TEMPLATE_CATEGORY" val="custom"/>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3*f*2"/>
  <p:tag name="KSO_WM_UNIT_LAYERLEVEL" val="1"/>
  <p:tag name="KSO_WM_TAG_VERSION" val="3.0"/>
  <p:tag name="KSO_WM_BEAUTIFY_FLAG" val="#wm#"/>
  <p:tag name="KSO_WM_UNIT_PRESET_TEXT" val="单击此处编辑母版文本样式&#10;第二级&#10;第三级&#10;第四级&#10;第五级"/>
  <p:tag name="KSO_WM_UNIT_TEXT_LAYER_COUNT" val="1"/>
  <p:tag name="KSO_WM_UNIT_ISNUMDGMTITLE" val="0"/>
  <p:tag name="KSO_WM_TEMPLATE_INDEX" val="40490144"/>
  <p:tag name="KSO_WM_TEMPLATE_CATEGORY" val="custom"/>
</p:tagLst>
</file>

<file path=ppt/tags/tag13.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 name="KSO_WM_UNIT_CONTENT_GROUP_TYPE" val="titlestyle"/>
  <p:tag name="KSO_WM_TEMPLATE_INDEX" val="40490144"/>
  <p:tag name="KSO_WM_TEMPLATE_CATEGORY" val="custo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4*h_f*2_1"/>
  <p:tag name="KSO_WM_UNIT_LAYERLEVEL" val="1_1"/>
  <p:tag name="KSO_WM_TAG_VERSION" val="3.0"/>
  <p:tag name="KSO_WM_BEAUTIFY_FLAG" val="#wm#"/>
  <p:tag name="KSO_WM_UNIT_PRESET_TEXT" val="单击此处编辑母版文本样式&#10;第二级&#10;第三级&#10;第四级&#10;第五级"/>
  <p:tag name="KSO_WM_UNIT_TEXT_LAYER_COUNT" val="1"/>
  <p:tag name="KSO_WM_UNIT_ISNUMDGMTITLE" val="0"/>
  <p:tag name="KSO_WM_TEMPLATE_INDEX" val="40490144"/>
  <p:tag name="KSO_WM_TEMPLATE_CATEGORY" val="custom"/>
</p:tagLst>
</file>

<file path=ppt/tags/tag18.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4*h_a*2_1"/>
  <p:tag name="KSO_WM_UNIT_LAYERLEVEL" val="1_1"/>
  <p:tag name="KSO_WM_TAG_VERSION" val="3.0"/>
  <p:tag name="KSO_WM_BEAUTIFY_FLAG" val="#wm#"/>
  <p:tag name="KSO_WM_TEMPLATE_INDEX" val="40490144"/>
  <p:tag name="KSO_WM_TEMPLATE_CATEGORY" val="custom"/>
</p:tagLst>
</file>

<file path=ppt/tags/tag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4*h_f*1_1"/>
  <p:tag name="KSO_WM_UNIT_LAYERLEVEL" val="1_1"/>
  <p:tag name="KSO_WM_TAG_VERSION" val="3.0"/>
  <p:tag name="KSO_WM_BEAUTIFY_FLAG" val="#wm#"/>
  <p:tag name="KSO_WM_UNIT_PRESET_TEXT" val="单击此处编辑母版文本样式&#10;第二级&#10;第三级&#10;第四级&#10;第五级"/>
  <p:tag name="KSO_WM_UNIT_TEXT_LAYER_COUNT" val="1"/>
  <p:tag name="KSO_WM_UNIT_ISNUMDGMTITLE" val="0"/>
  <p:tag name="KSO_WM_TEMPLATE_INDEX" val="40490144"/>
  <p:tag name="KSO_WM_TEMPLATE_CATEGORY" val="custom"/>
</p:tagLst>
</file>

<file path=ppt/tags/tag2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4*h_a*1_1"/>
  <p:tag name="KSO_WM_UNIT_LAYERLEVEL" val="1_1"/>
  <p:tag name="KSO_WM_TAG_VERSION" val="3.0"/>
  <p:tag name="KSO_WM_BEAUTIFY_FLAG" val="#wm#"/>
  <p:tag name="KSO_WM_TEMPLATE_INDEX" val="40490144"/>
  <p:tag name="KSO_WM_TEMPLATE_CATEGORY" val="custom"/>
</p:tagLst>
</file>

<file path=ppt/tags/tag2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titlestyle"/>
  <p:tag name="KSO_WM_TEMPLATE_INDEX" val="40490144"/>
  <p:tag name="KSO_WM_TEMPLATE_CATEGORY" val="custo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5.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 name="KSO_WM_TEMPLATE_INDEX" val="40490144"/>
  <p:tag name="KSO_WM_TEMPLATE_CATEGORY" val="custo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BEAUTIFY_FLAG" val="#wm#"/>
  <p:tag name="KSO_WM_UNIT_TYPE" val="i"/>
  <p:tag name="KSO_WM_UNIT_INDEX" val="2"/>
  <p:tag name="KSO_WM_UNIT_ISNUMDGMTITLE" val="0"/>
  <p:tag name="KSO_WM_UNIT_NOCLEAR" val="0"/>
  <p:tag name="KSO_WM_TEMPLATE_INDEX" val="40490144"/>
  <p:tag name="KSO_WM_TEMPLATE_CATEGORY" val="custo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BEAUTIFY_FLAG" val="#wm#"/>
  <p:tag name="KSO_WM_UNIT_TYPE" val="i"/>
  <p:tag name="KSO_WM_UNIT_INDEX" val="1"/>
  <p:tag name="KSO_WM_UNIT_ISNUMDGMTITLE" val="0"/>
  <p:tag name="KSO_WM_UNIT_NOCLEAR" val="0"/>
  <p:tag name="KSO_WM_TEMPLATE_INDEX" val="40490144"/>
  <p:tag name="KSO_WM_TEMPLATE_CATEGORY" val="custo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2"/>
  <p:tag name="KSO_WM_UNIT_LAYERLEVEL" val="1"/>
  <p:tag name="KSO_WM_TAG_VERSION" val="3.0"/>
  <p:tag name="KSO_WM_BEAUTIFY_FLAG" val="#wm#"/>
  <p:tag name="KSO_WM_UNIT_TYPE" val="i"/>
  <p:tag name="KSO_WM_UNIT_INDEX" val="2"/>
  <p:tag name="KSO_WM_UNIT_ISNUMDGMTITLE" val="0"/>
  <p:tag name="KSO_WM_UNIT_NOCLEAR" val="0"/>
  <p:tag name="KSO_WM_TEMPLATE_INDEX" val="40490144"/>
  <p:tag name="KSO_WM_TEMPLATE_CATEGORY" val="custom"/>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7*f*1"/>
  <p:tag name="KSO_WM_UNIT_LAYERLEVEL" val="1"/>
  <p:tag name="KSO_WM_TAG_VERSION" val="3.0"/>
  <p:tag name="KSO_WM_BEAUTIFY_FLAG" val="#wm#"/>
  <p:tag name="KSO_WM_UNIT_PRESET_TEXT" val="单击此处编辑母版文本样式&#10;第二级&#10;第三级&#10;第四级&#10;第五级"/>
  <p:tag name="KSO_WM_UNIT_TEXT_LAYER_COUNT" val="1"/>
  <p:tag name="KSO_WM_UNIT_ISNUMDGMTITLE" val="0"/>
  <p:tag name="KSO_WM_TEMPLATE_INDEX" val="40490144"/>
  <p:tag name="KSO_WM_TEMPLATE_CATEGORY" val="custo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39.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8*b*1"/>
  <p:tag name="KSO_WM_UNIT_LAYERLEVEL" val="1"/>
  <p:tag name="KSO_WM_TAG_VERSION" val="3.0"/>
  <p:tag name="KSO_WM_BEAUTIFY_FLAG" val="#wm#"/>
  <p:tag name="KSO_WM_UNIT_CONTENT_GROUP_TYPE" val="titlestyle"/>
  <p:tag name="KSO_WM_TEMPLATE_INDEX" val="40490144"/>
  <p:tag name="KSO_WM_TEMPLATE_CATEGORY" val="custom"/>
</p:tagLst>
</file>

<file path=ppt/tags/tag4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8*a*1"/>
  <p:tag name="KSO_WM_UNIT_LAYERLEVEL" val="1"/>
  <p:tag name="KSO_WM_TAG_VERSION" val="3.0"/>
  <p:tag name="KSO_WM_BEAUTIFY_FLAG" val="#wm#"/>
  <p:tag name="KSO_WM_UNIT_CONTENT_GROUP_TYPE" val="titlestyle"/>
  <p:tag name="KSO_WM_TEMPLATE_INDEX" val="40490144"/>
  <p:tag name="KSO_WM_TEMPLATE_CATEGORY" val="custo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2"/>
  <p:tag name="KSO_WM_UNIT_ID" val="_9*i*2"/>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49.xml><?xml version="1.0" encoding="utf-8"?>
<p:tagLst xmlns:p="http://schemas.openxmlformats.org/presentationml/2006/main">
  <p:tag name="KSO_WM_BEAUTIFY_FLAG" val="#wm#"/>
  <p:tag name="KSO_WM_UNIT_INDEX" val="1"/>
  <p:tag name="KSO_WM_UNIT_SUBTYPE" val="c"/>
  <p:tag name="KSO_WM_UNIT_TEXT_TYPE" val="1"/>
  <p:tag name="KSO_WM_UNIT_TYPE" val="f"/>
  <p:tag name="KSO_WM_FIGMA_FLAG" val="#fgm#"/>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50.xml><?xml version="1.0" encoding="utf-8"?>
<p:tagLst xmlns:p="http://schemas.openxmlformats.org/presentationml/2006/main">
  <p:tag name="KSO_WM_UNIT_ISCONTENTSTITLE" val="0"/>
  <p:tag name="KSO_WM_BEAUTIFY_FLAG" val="#wm#"/>
  <p:tag name="KSO_WM_UNIT_INDEX" val="1"/>
  <p:tag name="KSO_WM_UNIT_TEXT_TYPE" val="1"/>
  <p:tag name="KSO_WM_UNIT_TYPE" val="a"/>
  <p:tag name="KSO_WM_LAYOUT_CHECK_HASH" val="69bf085b7cba6dfd5cfbc95f36ea0e78c6b14d9e"/>
  <p:tag name="KSO_WM_NEWLAYOUT_ID" val="454"/>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51.xml><?xml version="1.0" encoding="utf-8"?>
<p:tagLst xmlns:p="http://schemas.openxmlformats.org/presentationml/2006/main">
  <p:tag name="KSO_WM_UNIT_HIGHLIGHT" val="0"/>
  <p:tag name="KSO_WM_BEAUTIFY_FLAG" val="#wm#"/>
  <p:tag name="KSO_WM_UNIT_INDEX" val="2"/>
  <p:tag name="KSO_WM_UNIT_SUBTYPE" val="b"/>
  <p:tag name="KSO_WM_UNIT_TEXT_TYPE" val="1"/>
  <p:tag name="KSO_WM_UNIT_TYPE" val="f"/>
  <p:tag name="KSO_WM_FIGMA_FLAG" val="#fgm#"/>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BEAUTIFY_FLAG" val="#wm#"/>
  <p:tag name="KSO_WM_UNIT_TYPE" val="i"/>
  <p:tag name="KSO_WM_UNIT_INDEX" val="1"/>
  <p:tag name="KSO_WM_UNIT_ISNUMDGMTITLE" val="0"/>
  <p:tag name="KSO_WM_UNIT_NOCLEAR" val="0"/>
  <p:tag name="KSO_WM_TEMPLATE_INDEX" val="40490144"/>
  <p:tag name="KSO_WM_TEMPLATE_CATEGORY" val="custo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 name="KSO_WM_UNIT_CONTENT_GROUP_TYPE" val="contentchip"/>
  <p:tag name="KSO_WM_UNIT_ISNUMDGMTITLE" val="0"/>
  <p:tag name="KSO_WM_UNIT_NOCLEAR" val="0"/>
  <p:tag name="KSO_WM_TEMPLATE_INDEX" val="40490144"/>
  <p:tag name="KSO_WM_TEMPLATE_CATEGORY" val="custo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57.xml><?xml version="1.0" encoding="utf-8"?>
<p:tagLst xmlns:p="http://schemas.openxmlformats.org/presentationml/2006/main">
  <p:tag name="KSO_WM_UNIT_ISCONTENTSTITLE" val="0"/>
  <p:tag name="KSO_WM_BEAUTIFY_FLAG" val="#wm#"/>
  <p:tag name="KSO_WM_UNIT_INDEX" val="1"/>
  <p:tag name="KSO_WM_UNIT_TEXT_TYPE" val="1"/>
  <p:tag name="KSO_WM_UNIT_TYPE" val="a"/>
  <p:tag name="KSO_WM_LAYOUT_CHECK_HASH" val="01c31148e4a2d97b27731443b09f06d27f052f38"/>
  <p:tag name="KSO_WM_NEWLAYOUT_ID" val="461"/>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58.xml><?xml version="1.0" encoding="utf-8"?>
<p:tagLst xmlns:p="http://schemas.openxmlformats.org/presentationml/2006/main">
  <p:tag name="KSO_WM_UNIT_PRESET_TEXT" val="Part One"/>
  <p:tag name="KSO_WM_BEAUTIFY_FLAG" val="#wm#"/>
  <p:tag name="KSO_WM_UNIT_INDEX" val="1"/>
  <p:tag name="KSO_WM_UNIT_TYPE" val="e"/>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 name="KSO_WM_UNIT_ISNUMDGMTITLE" val="0"/>
  <p:tag name="KSO_WM_UNIT_NOCLEAR" val="0"/>
  <p:tag name="KSO_WM_TEMPLATE_INDEX" val="40490144"/>
  <p:tag name="KSO_WM_TEMPLATE_CATEGORY" val="custo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CONTENT_GROUP_TYPE" val="contentchip"/>
  <p:tag name="KSO_WM_UNIT_TYPE" val="i"/>
  <p:tag name="KSO_WM_UNIT_INDEX" val="2"/>
  <p:tag name="KSO_WM_UNIT_ISNUMDGMTITLE" val="0"/>
  <p:tag name="KSO_WM_UNIT_NOCLEAR" val="0"/>
  <p:tag name="KSO_WM_TEMPLATE_INDEX" val="40490144"/>
  <p:tag name="KSO_WM_TEMPLATE_CATEGORY" val="custo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4.xml><?xml version="1.0" encoding="utf-8"?>
<p:tagLst xmlns:p="http://schemas.openxmlformats.org/presentationml/2006/main">
  <p:tag name="KSO_WM_BEAUTIFY_FLAG" val="#wm#"/>
  <p:tag name="KSO_WM_UNIT_INDEX" val="1"/>
  <p:tag name="KSO_WM_UNIT_TEXT_TYPE" val="1"/>
  <p:tag name="KSO_WM_UNIT_TYPE" val="b"/>
  <p:tag name="KSO_WM_FIGMA_FLAG" val="#fgm#"/>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65.xml><?xml version="1.0" encoding="utf-8"?>
<p:tagLst xmlns:p="http://schemas.openxmlformats.org/presentationml/2006/main">
  <p:tag name="KSO_WM_UNIT_ISCONTENTSTITLE" val="0"/>
  <p:tag name="KSO_WM_BEAUTIFY_FLAG" val="#wm#"/>
  <p:tag name="KSO_WM_UNIT_INDEX" val="1"/>
  <p:tag name="KSO_WM_UNIT_TEXT_TYPE" val="1"/>
  <p:tag name="KSO_WM_UNIT_TYPE" val="a"/>
  <p:tag name="KSO_WM_LAYOUT_CHECK_HASH" val="be063eb036f2c9e41b2b3af0e2c977e06ea5097c"/>
  <p:tag name="KSO_WM_NEWLAYOUT_ID" val="467"/>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69.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70.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da94a85b6789c93f5bad9dff1ea0009710aa1af5"/>
  <p:tag name="KSO_WM_NEWLAYOUT_ID" val="1"/>
</p:tagLst>
</file>

<file path=ppt/tags/tag71.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7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7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4.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7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7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7.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7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7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80.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8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8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 name="KSO_WM_UNIT_ISNUMDGMTITLE" val="0"/>
  <p:tag name="KSO_WM_UNIT_NOCLEAR" val="0"/>
  <p:tag name="KSO_WM_TEMPLATE_INDEX" val="40490144"/>
  <p:tag name="KSO_WM_TEMPLATE_CATEGORY" val="custo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KSO_WM_UNIT_ISNUMDGMTITLE" val="0"/>
  <p:tag name="KSO_WM_UNIT_NOCLEAR" val="0"/>
  <p:tag name="KSO_WM_TEMPLATE_INDEX" val="40490144"/>
  <p:tag name="KSO_WM_TEMPLATE_CATEGORY" val="custo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40490144"/>
  <p:tag name="KSO_WM_UNIT_ISNUMDGMTITLE" val="0"/>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40490144"/>
</p:tagLst>
</file>

<file path=ppt/tags/tag90.xml><?xml version="1.0" encoding="utf-8"?>
<p:tagLst xmlns:p="http://schemas.openxmlformats.org/presentationml/2006/main">
  <p:tag name="KSO_WM_TEMPLATE_SUBCATEGORY" val="29"/>
  <p:tag name="KSO_WM_BEAUTIFY_FLAG" val="#wm#"/>
  <p:tag name="KSO_WM_TEMPLATE_SLIDE_ID" val="slide_d799d37ec7ee1a76"/>
  <p:tag name="KSO_WM_TEMPLATE_THUMBS_INDEX" val="1、9"/>
  <p:tag name="KSO_WM_TEMPLATE_INDEX" val="40490144"/>
  <p:tag name="KSO_WM_TEMPLATE_CATEGORY" val="custom"/>
  <p:tag name="KSO_WM_TEMPLATE_MASTER_TYPE" val="0"/>
  <p:tag name="KSO_WM_TAG_VERSION" val="3.0"/>
</p:tagLst>
</file>

<file path=ppt/tags/tag91.xml><?xml version="1.0" encoding="utf-8"?>
<p:tagLst xmlns:p="http://schemas.openxmlformats.org/presentationml/2006/main">
  <p:tag name="KSO_WM_AITEMPLATE_STYLE_ID" val="6979663162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95.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96.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c8d4dbb3c98f5cf1a94f7b1d0d3d0beefc60fa20"/>
  <p:tag name="KSO_WM_NEWLAYOUT_GROUP_ID" val="layout_1-5"/>
  <p:tag name="KSO_WM_NEWLAYOUT_ID" val="slide_cea45c27deb23863"/>
</p:tagLst>
</file>

<file path=ppt/tags/tag97.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9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9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0.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0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10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3.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0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10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6.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10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10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09.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11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111.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15.xml><?xml version="1.0" encoding="utf-8"?>
<p:tagLst xmlns:p="http://schemas.openxmlformats.org/presentationml/2006/main">
  <p:tag name="KSO_WM_BEAUTIFY_FLAG" val="#fgm#"/>
  <p:tag name="KSO_WM_FIGMA_FLAG" val="#fgm#"/>
  <p:tag name="KSO_WM_UNIT_INDEX" val="1"/>
  <p:tag name="KSO_WM_UNIT_TYPE" val="a"/>
  <p:tag name="KSO_WM_LAYOUT_CHECK_HASH" val="cec7205bc62eb696542a0bc92da65e083f76bcb0"/>
  <p:tag name="KSO_WM_NEWLAYOUT_GROUP_ID" val="layout_10022"/>
  <p:tag name="KSO_WM_NEWLAYOUT_ID" val="slide_239ce758c34f3840"/>
</p:tagLst>
</file>

<file path=ppt/tags/tag116.xml><?xml version="1.0" encoding="utf-8"?>
<p:tagLst xmlns:p="http://schemas.openxmlformats.org/presentationml/2006/main">
  <p:tag name="KSO_WM_BEAUTIFY_FLAG" val="#fgm#"/>
  <p:tag name="KSO_WM_FIGMA_FLAG" val="#fgm#"/>
  <p:tag name="KSO_WM_UNIT_INDEX" val="1"/>
  <p:tag name="KSO_WM_UNIT_TYPE" val="f"/>
</p:tagLst>
</file>

<file path=ppt/tags/tag117.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1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1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21.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2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26.xml><?xml version="1.0" encoding="utf-8"?>
<p:tagLst xmlns:p="http://schemas.openxmlformats.org/presentationml/2006/main">
  <p:tag name="KSO_WM_BEAUTIFY_FLAG" val="#fgm#"/>
  <p:tag name="KSO_WM_FIGMA_FLAG" val="#fgm#"/>
  <p:tag name="KSO_WM_UNIT_INDEX" val="1"/>
  <p:tag name="KSO_WM_UNIT_TYPE" val="a"/>
  <p:tag name="KSO_WM_LAYOUT_CHECK_HASH" val="86ea77fb726f0feb2559cf05cd430d39678f1556"/>
  <p:tag name="KSO_WM_NEWLAYOUT_GROUP_ID" val="layout_8"/>
  <p:tag name="KSO_WM_NEWLAYOUT_ID" val="slide_c35563ce0e85ac98"/>
</p:tagLst>
</file>

<file path=ppt/tags/tag127.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128.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12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130.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131.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132.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133.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134.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13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136.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137.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13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4_1"/>
  <p:tag name="KSO_WM_UNIT_TYPE" val="n_h_h_i"/>
</p:tagLst>
</file>

<file path=ppt/tags/tag139.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2_4_1"/>
  <p:tag name="KSO_WM_UNIT_TYPE" val="n_h_h_x"/>
</p:tagLst>
</file>

<file path=ppt/tags/tag140.xml><?xml version="1.0" encoding="utf-8"?>
<p:tagLst xmlns:p="http://schemas.openxmlformats.org/presentationml/2006/main">
  <p:tag name="KSO_WM_BEAUTIFY_FLAG" val="#fgm#"/>
  <p:tag name="KSO_WM_DIAGRAM_GROUP_CODE" val="1"/>
  <p:tag name="KSO_WM_FIGMA_FLAG" val="#fgm#"/>
  <p:tag name="KSO_WM_UNIT_INDEX" val="1_2_4_1"/>
  <p:tag name="KSO_WM_UNIT_TYPE" val="n_h_h_f"/>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44.xml><?xml version="1.0" encoding="utf-8"?>
<p:tagLst xmlns:p="http://schemas.openxmlformats.org/presentationml/2006/main">
  <p:tag name="KSO_WM_BEAUTIFY_FLAG" val="#fgm#"/>
  <p:tag name="KSO_WM_FIGMA_FLAG" val="#fgm#"/>
  <p:tag name="KSO_WM_UNIT_INDEX" val="1"/>
  <p:tag name="KSO_WM_UNIT_TYPE" val="a"/>
  <p:tag name="KSO_WM_LAYOUT_CHECK_HASH" val="396787edd06a4029935e025ecff59a01d5fe64c2"/>
  <p:tag name="KSO_WM_NEWLAYOUT_GROUP_ID" val="layout_8"/>
  <p:tag name="KSO_WM_NEWLAYOUT_ID" val="slide_4c72f10caffbdd7f"/>
</p:tagLst>
</file>

<file path=ppt/tags/tag145.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146.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147.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148.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149.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150.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151.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152.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15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154.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155.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15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4_1"/>
  <p:tag name="KSO_WM_UNIT_TYPE" val="n_h_h_i"/>
</p:tagLst>
</file>

<file path=ppt/tags/tag157.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2_4_1"/>
  <p:tag name="KSO_WM_UNIT_TYPE" val="n_h_h_x"/>
</p:tagLst>
</file>

<file path=ppt/tags/tag158.xml><?xml version="1.0" encoding="utf-8"?>
<p:tagLst xmlns:p="http://schemas.openxmlformats.org/presentationml/2006/main">
  <p:tag name="KSO_WM_BEAUTIFY_FLAG" val="#fgm#"/>
  <p:tag name="KSO_WM_DIAGRAM_GROUP_CODE" val="1"/>
  <p:tag name="KSO_WM_FIGMA_FLAG" val="#fgm#"/>
  <p:tag name="KSO_WM_UNIT_INDEX" val="1_2_4_1"/>
  <p:tag name="KSO_WM_UNIT_TYPE" val="n_h_h_f"/>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62.xml><?xml version="1.0" encoding="utf-8"?>
<p:tagLst xmlns:p="http://schemas.openxmlformats.org/presentationml/2006/main">
  <p:tag name="KSO_WM_BEAUTIFY_FLAG" val="#fgm#"/>
  <p:tag name="KSO_WM_FIGMA_FLAG" val="#fgm#"/>
  <p:tag name="KSO_WM_UNIT_INDEX" val="1"/>
  <p:tag name="KSO_WM_UNIT_TYPE" val="a"/>
  <p:tag name="KSO_WM_LAYOUT_CHECK_HASH" val="5d515cf4f8da6955eba781975fadaad692a07919"/>
  <p:tag name="KSO_WM_NEWLAYOUT_GROUP_ID" val="layout_34"/>
  <p:tag name="KSO_WM_NEWLAYOUT_ID" val="slide_d51b045cef9e3a8f"/>
</p:tagLst>
</file>

<file path=ppt/tags/tag16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6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6.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6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6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72.xml><?xml version="1.0" encoding="utf-8"?>
<p:tagLst xmlns:p="http://schemas.openxmlformats.org/presentationml/2006/main">
  <p:tag name="KSO_WM_BEAUTIFY_FLAG" val="#fgm#"/>
  <p:tag name="KSO_WM_FIGMA_FLAG" val="#fgm#"/>
  <p:tag name="KSO_WM_UNIT_INDEX" val="1"/>
  <p:tag name="KSO_WM_UNIT_TYPE" val="a"/>
  <p:tag name="KSO_WM_LAYOUT_CHECK_HASH" val="eae26f1a6608937f608c56c29e332f28e8daced2"/>
  <p:tag name="KSO_WM_NEWLAYOUT_GROUP_ID" val="layout_8"/>
  <p:tag name="KSO_WM_NEWLAYOUT_ID" val="slide_c0cab67cb0aa7d3b"/>
</p:tagLst>
</file>

<file path=ppt/tags/tag173.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174.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17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176.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177.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17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179.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180.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18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182.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183.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18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4_1"/>
  <p:tag name="KSO_WM_UNIT_TYPE" val="n_h_h_i"/>
</p:tagLst>
</file>

<file path=ppt/tags/tag185.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2_4_1"/>
  <p:tag name="KSO_WM_UNIT_TYPE" val="n_h_h_x"/>
</p:tagLst>
</file>

<file path=ppt/tags/tag186.xml><?xml version="1.0" encoding="utf-8"?>
<p:tagLst xmlns:p="http://schemas.openxmlformats.org/presentationml/2006/main">
  <p:tag name="KSO_WM_BEAUTIFY_FLAG" val="#fgm#"/>
  <p:tag name="KSO_WM_DIAGRAM_GROUP_CODE" val="1"/>
  <p:tag name="KSO_WM_FIGMA_FLAG" val="#fgm#"/>
  <p:tag name="KSO_WM_UNIT_INDEX" val="1_2_4_1"/>
  <p:tag name="KSO_WM_UNIT_TYPE" val="n_h_h_f"/>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190.xml><?xml version="1.0" encoding="utf-8"?>
<p:tagLst xmlns:p="http://schemas.openxmlformats.org/presentationml/2006/main">
  <p:tag name="KSO_WM_BEAUTIFY_FLAG" val="#fgm#"/>
  <p:tag name="KSO_WM_FIGMA_FLAG" val="#fgm#"/>
  <p:tag name="KSO_WM_UNIT_INDEX" val="1"/>
  <p:tag name="KSO_WM_UNIT_TYPE" val="a"/>
  <p:tag name="KSO_WM_LAYOUT_CHECK_HASH" val="e48c21e1c44240551e631fb766d756955f214ec2"/>
  <p:tag name="KSO_WM_NEWLAYOUT_GROUP_ID" val="layout_8"/>
  <p:tag name="KSO_WM_NEWLAYOUT_ID" val="slide_a61b7a7effac4704"/>
</p:tagLst>
</file>

<file path=ppt/tags/tag191.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192.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19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194.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195.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19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197.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198.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19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200.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201.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202.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4_1"/>
  <p:tag name="KSO_WM_UNIT_TYPE" val="n_h_h_i"/>
</p:tagLst>
</file>

<file path=ppt/tags/tag203.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2_4_1"/>
  <p:tag name="KSO_WM_UNIT_TYPE" val="n_h_h_x"/>
</p:tagLst>
</file>

<file path=ppt/tags/tag204.xml><?xml version="1.0" encoding="utf-8"?>
<p:tagLst xmlns:p="http://schemas.openxmlformats.org/presentationml/2006/main">
  <p:tag name="KSO_WM_BEAUTIFY_FLAG" val="#fgm#"/>
  <p:tag name="KSO_WM_DIAGRAM_GROUP_CODE" val="1"/>
  <p:tag name="KSO_WM_FIGMA_FLAG" val="#fgm#"/>
  <p:tag name="KSO_WM_UNIT_INDEX" val="1_2_4_1"/>
  <p:tag name="KSO_WM_UNIT_TYPE" val="n_h_h_f"/>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08.xml><?xml version="1.0" encoding="utf-8"?>
<p:tagLst xmlns:p="http://schemas.openxmlformats.org/presentationml/2006/main">
  <p:tag name="KSO_WM_BEAUTIFY_FLAG" val="#fgm#"/>
  <p:tag name="KSO_WM_FIGMA_FLAG" val="#fgm#"/>
  <p:tag name="KSO_WM_UNIT_INDEX" val="1"/>
  <p:tag name="KSO_WM_UNIT_TYPE" val="a"/>
  <p:tag name="KSO_WM_LAYOUT_CHECK_HASH" val="06c2ccfeac5770c9938f989c99fe02641ee2f277"/>
  <p:tag name="KSO_WM_NEWLAYOUT_GROUP_ID" val="layout_10007"/>
  <p:tag name="KSO_WM_NEWLAYOUT_ID" val="slide_8c237816ea06e635"/>
</p:tagLst>
</file>

<file path=ppt/tags/tag20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1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16.xml><?xml version="1.0" encoding="utf-8"?>
<p:tagLst xmlns:p="http://schemas.openxmlformats.org/presentationml/2006/main">
  <p:tag name="KSO_WM_BEAUTIFY_FLAG" val="#fgm#"/>
  <p:tag name="KSO_WM_FIGMA_FLAG" val="#fgm#"/>
  <p:tag name="KSO_WM_UNIT_INDEX" val="1"/>
  <p:tag name="KSO_WM_UNIT_TYPE" val="a"/>
  <p:tag name="KSO_WM_LAYOUT_CHECK_HASH" val="eae26f1a6608937f608c56c29e332f28e8daced2"/>
  <p:tag name="KSO_WM_NEWLAYOUT_GROUP_ID" val="layout_8"/>
  <p:tag name="KSO_WM_NEWLAYOUT_ID" val="slide_c0cab67cb0aa7d3b"/>
</p:tagLst>
</file>

<file path=ppt/tags/tag217.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218.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21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220.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221.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222.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223.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224.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22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226.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227.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22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4_1"/>
  <p:tag name="KSO_WM_UNIT_TYPE" val="n_h_h_i"/>
</p:tagLst>
</file>

<file path=ppt/tags/tag229.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2_4_1"/>
  <p:tag name="KSO_WM_UNIT_TYPE" val="n_h_h_x"/>
</p:tagLst>
</file>

<file path=ppt/tags/tag230.xml><?xml version="1.0" encoding="utf-8"?>
<p:tagLst xmlns:p="http://schemas.openxmlformats.org/presentationml/2006/main">
  <p:tag name="KSO_WM_BEAUTIFY_FLAG" val="#fgm#"/>
  <p:tag name="KSO_WM_DIAGRAM_GROUP_CODE" val="1"/>
  <p:tag name="KSO_WM_FIGMA_FLAG" val="#fgm#"/>
  <p:tag name="KSO_WM_UNIT_INDEX" val="1_2_4_1"/>
  <p:tag name="KSO_WM_UNIT_TYPE" val="n_h_h_f"/>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34.xml><?xml version="1.0" encoding="utf-8"?>
<p:tagLst xmlns:p="http://schemas.openxmlformats.org/presentationml/2006/main">
  <p:tag name="KSO_WM_BEAUTIFY_FLAG" val="#fgm#"/>
  <p:tag name="KSO_WM_FIGMA_FLAG" val="#fgm#"/>
  <p:tag name="KSO_WM_UNIT_INDEX" val="1"/>
  <p:tag name="KSO_WM_UNIT_TYPE" val="a"/>
  <p:tag name="KSO_WM_LAYOUT_CHECK_HASH" val="1e985af4529502ff9d8d9b46eb552161f0d95e3b"/>
  <p:tag name="KSO_WM_NEWLAYOUT_GROUP_ID" val="layout_8"/>
  <p:tag name="KSO_WM_NEWLAYOUT_ID" val="slide_bbe06d0e100c38b8"/>
</p:tagLst>
</file>

<file path=ppt/tags/tag235.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236.xml><?xml version="1.0" encoding="utf-8"?>
<p:tagLst xmlns:p="http://schemas.openxmlformats.org/presentationml/2006/main">
  <p:tag name="$PH_EXT" val="2"/>
  <p:tag name="KSO_WM_BEAUTIFY_FLAG" val="#fgm#"/>
  <p:tag name="KSO_WM_FIGMA_FLAG" val="#fgm#"/>
  <p:tag name="KSO_WM_SYNC_SLIDE_TEXT" val="1"/>
  <p:tag name="KSO_WM_UNIT_INDEX" val="3"/>
  <p:tag name="KSO_WM_UNIT_TYPE" val="i"/>
</p:tagLst>
</file>

<file path=ppt/tags/tag237.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23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239.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240.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24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242.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243.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24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245.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246.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50.xml><?xml version="1.0" encoding="utf-8"?>
<p:tagLst xmlns:p="http://schemas.openxmlformats.org/presentationml/2006/main">
  <p:tag name="KSO_WM_BEAUTIFY_FLAG" val="#fgm#"/>
  <p:tag name="KSO_WM_FIGMA_FLAG" val="#fgm#"/>
  <p:tag name="KSO_WM_UNIT_INDEX" val="1"/>
  <p:tag name="KSO_WM_UNIT_TYPE" val="a"/>
  <p:tag name="KSO_WM_LAYOUT_CHECK_HASH" val="86ea77fb726f0feb2559cf05cd430d39678f1556"/>
  <p:tag name="KSO_WM_NEWLAYOUT_GROUP_ID" val="layout_8"/>
  <p:tag name="KSO_WM_NEWLAYOUT_ID" val="slide_c35563ce0e85ac98"/>
</p:tagLst>
</file>

<file path=ppt/tags/tag251.xml><?xml version="1.0" encoding="utf-8"?>
<p:tagLst xmlns:p="http://schemas.openxmlformats.org/presentationml/2006/main">
  <p:tag name="$PH_EXT" val="2"/>
  <p:tag name="KSO_WM_BEAUTIFY_FLAG" val="#fgm#"/>
  <p:tag name="KSO_WM_FIGMA_FLAG" val="#fgm#"/>
  <p:tag name="KSO_WM_SYNC_SLIDE_TEXT" val="1"/>
  <p:tag name="KSO_WM_UNIT_INDEX" val="2"/>
  <p:tag name="KSO_WM_UNIT_TYPE" val="i"/>
</p:tagLst>
</file>

<file path=ppt/tags/tag252.xml><?xml version="1.0" encoding="utf-8"?>
<p:tagLst xmlns:p="http://schemas.openxmlformats.org/presentationml/2006/main">
  <p:tag name="KSO_WM_BEAUTIFY_FLAG" val="#fgm#"/>
  <p:tag name="KSO_WM_DIAGRAM_GROUP_CODE" val="1"/>
  <p:tag name="KSO_WM_FIGMA_FLAG" val="#fgm#"/>
  <p:tag name="KSO_WM_UNIT_INDEX" val="1_1_1"/>
  <p:tag name="KSO_WM_UNIT_TEXT_TYPE" val="1"/>
  <p:tag name="KSO_WM_UNIT_TYPE" val="n_h_a"/>
</p:tagLst>
</file>

<file path=ppt/tags/tag25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_1"/>
  <p:tag name="KSO_WM_UNIT_TYPE" val="n_h_h_i"/>
</p:tagLst>
</file>

<file path=ppt/tags/tag254.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2_1_1"/>
  <p:tag name="KSO_WM_UNIT_TYPE" val="n_h_h_x"/>
</p:tagLst>
</file>

<file path=ppt/tags/tag255.xml><?xml version="1.0" encoding="utf-8"?>
<p:tagLst xmlns:p="http://schemas.openxmlformats.org/presentationml/2006/main">
  <p:tag name="KSO_WM_BEAUTIFY_FLAG" val="#fgm#"/>
  <p:tag name="KSO_WM_DIAGRAM_GROUP_CODE" val="1"/>
  <p:tag name="KSO_WM_FIGMA_FLAG" val="#fgm#"/>
  <p:tag name="KSO_WM_UNIT_INDEX" val="1_2_1_1"/>
  <p:tag name="KSO_WM_UNIT_TYPE" val="n_h_h_f"/>
</p:tagLst>
</file>

<file path=ppt/tags/tag25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2_1"/>
  <p:tag name="KSO_WM_UNIT_TYPE" val="n_h_h_i"/>
</p:tagLst>
</file>

<file path=ppt/tags/tag257.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2_1"/>
  <p:tag name="KSO_WM_UNIT_TYPE" val="n_h_h_x"/>
</p:tagLst>
</file>

<file path=ppt/tags/tag258.xml><?xml version="1.0" encoding="utf-8"?>
<p:tagLst xmlns:p="http://schemas.openxmlformats.org/presentationml/2006/main">
  <p:tag name="KSO_WM_BEAUTIFY_FLAG" val="#fgm#"/>
  <p:tag name="KSO_WM_DIAGRAM_GROUP_CODE" val="1"/>
  <p:tag name="KSO_WM_FIGMA_FLAG" val="#fgm#"/>
  <p:tag name="KSO_WM_UNIT_INDEX" val="1_2_2_1"/>
  <p:tag name="KSO_WM_UNIT_TYPE" val="n_h_h_f"/>
</p:tagLst>
</file>

<file path=ppt/tags/tag25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3_1"/>
  <p:tag name="KSO_WM_UNIT_TYPE" val="n_h_h_i"/>
</p:tagLst>
</file>

<file path=ppt/tags/tag260.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2_3_1"/>
  <p:tag name="KSO_WM_UNIT_TYPE" val="n_h_h_x"/>
</p:tagLst>
</file>

<file path=ppt/tags/tag261.xml><?xml version="1.0" encoding="utf-8"?>
<p:tagLst xmlns:p="http://schemas.openxmlformats.org/presentationml/2006/main">
  <p:tag name="KSO_WM_BEAUTIFY_FLAG" val="#fgm#"/>
  <p:tag name="KSO_WM_DIAGRAM_GROUP_CODE" val="1"/>
  <p:tag name="KSO_WM_FIGMA_FLAG" val="#fgm#"/>
  <p:tag name="KSO_WM_UNIT_INDEX" val="1_2_3_1"/>
  <p:tag name="KSO_WM_UNIT_TYPE" val="n_h_h_f"/>
</p:tagLst>
</file>

<file path=ppt/tags/tag262.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4_1"/>
  <p:tag name="KSO_WM_UNIT_TYPE" val="n_h_h_i"/>
</p:tagLst>
</file>

<file path=ppt/tags/tag263.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2_4_1"/>
  <p:tag name="KSO_WM_UNIT_TYPE" val="n_h_h_x"/>
</p:tagLst>
</file>

<file path=ppt/tags/tag264.xml><?xml version="1.0" encoding="utf-8"?>
<p:tagLst xmlns:p="http://schemas.openxmlformats.org/presentationml/2006/main">
  <p:tag name="KSO_WM_BEAUTIFY_FLAG" val="#fgm#"/>
  <p:tag name="KSO_WM_DIAGRAM_GROUP_CODE" val="1"/>
  <p:tag name="KSO_WM_FIGMA_FLAG" val="#fgm#"/>
  <p:tag name="KSO_WM_UNIT_INDEX" val="1_2_4_1"/>
  <p:tag name="KSO_WM_UNIT_TYPE" val="n_h_h_f"/>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 name="KSO_WM_UNIT_ISNUMDGMTITLE" val="0"/>
  <p:tag name="KSO_WM_UNIT_NOCLEAR" val="0"/>
  <p:tag name="KSO_WM_TEMPLATE_INDEX" val="40490144"/>
  <p:tag name="KSO_WM_TEMPLATE_CATEGORY" val="custo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KSO_WM_UNIT_ISNUMDGMTITLE" val="0"/>
  <p:tag name="KSO_WM_UNIT_NOCLEAR" val="0"/>
  <p:tag name="KSO_WM_TEMPLATE_INDEX" val="40490144"/>
  <p:tag name="KSO_WM_TEMPLATE_CATEGORY" val="custo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144"/>
  <p:tag name="KSO_WM_TEMPLATE_CATEGORY" val="custo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40490144"/>
  <p:tag name="KSO_WM_UNIT_ISNUMDGMTITLE" val="0"/>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40490144"/>
</p:tagLst>
</file>

<file path=ppt/tags/tag275.xml><?xml version="1.0" encoding="utf-8"?>
<p:tagLst xmlns:p="http://schemas.openxmlformats.org/presentationml/2006/main">
  <p:tag name="KSO_WM_TEMPLATE_SUBCATEGORY" val="29"/>
  <p:tag name="KSO_WM_BEAUTIFY_FLAG" val="#wm#"/>
  <p:tag name="KSO_WM_TEMPLATE_SLIDE_ID" val="slide_d799d37ec7ee1a76"/>
  <p:tag name="KSO_WM_TEMPLATE_THUMBS_INDEX" val="1、9"/>
  <p:tag name="KSO_WM_TEMPLATE_INDEX" val="40490144"/>
  <p:tag name="KSO_WM_TEMPLATE_CATEGORY" val="custom"/>
  <p:tag name="KSO_WM_TEMPLATE_MASTER_TYPE" val="0"/>
  <p:tag name="KSO_WM_TAG_VERSION" val="3.0"/>
</p:tagLst>
</file>

<file path=ppt/tags/tag276.xml><?xml version="1.0" encoding="utf-8"?>
<p:tagLst xmlns:p="http://schemas.openxmlformats.org/presentationml/2006/main">
  <p:tag name="KSO_WM_BEAUTIFY_FLAG" val="#wm#"/>
  <p:tag name="KSO_WM_UNIT_INDEX" val="1"/>
  <p:tag name="KSO_WM_UNIT_SUBTYPE" val="c"/>
  <p:tag name="KSO_WM_UNIT_TEXT_TYPE" val="1"/>
  <p:tag name="KSO_WM_UNIT_TYPE" val="f"/>
  <p:tag name="KSO_WM_UNIT_PRESET_TEXT" val="20XX YEAR"/>
  <p:tag name="KSO_WM_FIGMA_FLAG" val="#fgm#"/>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277.xml><?xml version="1.0" encoding="utf-8"?>
<p:tagLst xmlns:p="http://schemas.openxmlformats.org/presentationml/2006/main">
  <p:tag name="KSO_WM_UNIT_ISCONTENTSTITLE" val="0"/>
  <p:tag name="KSO_WM_BEAUTIFY_FLAG" val="#wm#"/>
  <p:tag name="KSO_WM_UNIT_INDEX" val="1"/>
  <p:tag name="KSO_WM_UNIT_TEXT_TYPE" val="1"/>
  <p:tag name="KSO_WM_UNIT_TYPE" val="a"/>
  <p:tag name="KSO_WM_LAYOUT_CHECK_HASH" val="69bf085b7cba6dfd5cfbc95f36ea0e78c6b14d9e"/>
  <p:tag name="KSO_WM_NEWLAYOUT_ID" val="454"/>
  <p:tag name="KSO_WM_UNIT_PRESET_TEXT" val="单击此处&#10;添加文档标题"/>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278.xml><?xml version="1.0" encoding="utf-8"?>
<p:tagLst xmlns:p="http://schemas.openxmlformats.org/presentationml/2006/main">
  <p:tag name="KSO_WM_UNIT_HIGHLIGHT" val="0"/>
  <p:tag name="KSO_WM_BEAUTIFY_FLAG" val="#wm#"/>
  <p:tag name="KSO_WM_UNIT_INDEX" val="2"/>
  <p:tag name="KSO_WM_UNIT_SUBTYPE" val="b"/>
  <p:tag name="KSO_WM_UNIT_TEXT_TYPE" val="1"/>
  <p:tag name="KSO_WM_UNIT_TYPE" val="f"/>
  <p:tag name="KSO_WM_UNIT_PRESET_TEXT" val="BY WPS"/>
  <p:tag name="KSO_WM_FIGMA_FLAG" val="#fgm#"/>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279.xml><?xml version="1.0" encoding="utf-8"?>
<p:tagLst xmlns:p="http://schemas.openxmlformats.org/presentationml/2006/main">
  <p:tag name="KSO_WM_SLIDE_CONTENT_ORIENTATION" val="left"/>
  <p:tag name="KSO_WM_SLIDE_HAS_MASK" val="0"/>
  <p:tag name="KSO_WM_SLIDE_ITEM_CNT" val="0"/>
  <p:tag name="KSO_WM_SLIDE_TYPE" val="title"/>
  <p:tag name="KSO_WM_TEMPLATE_SUBCATEGORY" val="29"/>
  <p:tag name="KSO_WM_BEAUTIFY_FLAG" val="#wm#"/>
  <p:tag name="KSO_WM_TEMPLATE_SLIDE_ID" val="slide_d799d37ec7ee1a76"/>
  <p:tag name="KSO_WM_TEMPLATE_THUMBS_INDEX" val="1、9"/>
  <p:tag name="KSO_WM_TEMPLATE_INDEX" val="40490144"/>
  <p:tag name="KSO_WM_TEMPLATE_CATEGORY" val="custom"/>
  <p:tag name="KSO_WM_SLIDE_INDEX" val="1"/>
  <p:tag name="KSO_WM_SLIDE_ID" val="custom40490144_1"/>
  <p:tag name="KSO_WM_TEMPLATE_MASTER_TYPE" val="0"/>
  <p:tag name="KSO_WM_SLIDE_LAYOUT" val="a_f"/>
  <p:tag name="KSO_WM_SLIDE_LAYOUT_CNT" val="1_2"/>
  <p:tag name="KSO_WM_TAG_VERSION" val="3.0"/>
</p:tagLst>
</file>

<file path=ppt/tags/tag280.xml><?xml version="1.0" encoding="utf-8"?>
<p:tagLst xmlns:p="http://schemas.openxmlformats.org/presentationml/2006/main">
  <p:tag name="KSO_WM_BEAUTIFY_FLAG" val="#fgm#"/>
  <p:tag name="KSO_WM_FIGMA_FLAG" val="#fgm#"/>
  <p:tag name="KSO_WM_UNIT_INDEX" val="1"/>
  <p:tag name="KSO_WM_UNIT_TYPE" val="a"/>
  <p:tag name="KSO_WM_LAYOUT_CHECK_HASH" val="06c2ccfeac5770c9938f989c99fe02641ee2f277"/>
  <p:tag name="KSO_WM_NEWLAYOUT_GROUP_ID" val="layout_10007"/>
  <p:tag name="KSO_WM_NEWLAYOUT_ID" val="slide_8c237816ea06e635"/>
  <p:tag name="KSO_WM_UNIT_PRESET_TEXT" val="Your slide title here"/>
</p:tagLst>
</file>

<file path=ppt/tags/tag28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Item title here"/>
</p:tagLst>
</file>

<file path=ppt/tags/tag28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28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Item title here"/>
</p:tagLst>
</file>

<file path=ppt/tags/tag28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285.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1621"/>
  <p:tag name="KSO_WM_TEMPLATE_SLIDE_ID" val="slide_8c237816ea06e635"/>
  <p:tag name="resource_record_key" val="{&quot;65&quot;:[40490144],&quot;70&quot;:[3321538]}"/>
</p:tagLst>
</file>

<file path=ppt/tags/tag28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Item title here"/>
</p:tagLst>
</file>

<file path=ppt/tags/tag287.xml><?xml version="1.0" encoding="utf-8"?>
<p:tagLst xmlns:p="http://schemas.openxmlformats.org/presentationml/2006/main">
  <p:tag name="TABLE_ENDDRAG_ORIGIN_RECT" val="404*363"/>
  <p:tag name="TABLE_ENDDRAG_RECT" val="59*101*404*363"/>
</p:tagLst>
</file>

<file path=ppt/tags/tag288.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289.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29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29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Item title"/>
  <p:tag name="KSO_WM_SLIDE_FIGMA_DIAGRAM" val="1"/>
</p:tagLst>
</file>

<file path=ppt/tags/tag292.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29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29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Item title"/>
  <p:tag name="KSO_WM_SLIDE_FIGMA_DIAGRAM" val="1"/>
</p:tagLst>
</file>

<file path=ppt/tags/tag295.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29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29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Item title"/>
  <p:tag name="KSO_WM_SLIDE_FIGMA_DIAGRAM" val="1"/>
</p:tagLst>
</file>

<file path=ppt/tags/tag298.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29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30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Item title"/>
  <p:tag name="KSO_WM_SLIDE_FIGMA_DIAGRAM" val="1"/>
</p:tagLst>
</file>

<file path=ppt/tags/tag301.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 name="KSO_WM_UNIT_PRESET_TEXT" val="05"/>
  <p:tag name="KSO_WM_SLIDE_FIGMA_DIAGRAM" val="1"/>
</p:tagLst>
</file>

<file path=ppt/tags/tag30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 name="KSO_WM_UNIT_PRESET_TEXT" val=" "/>
  <p:tag name="KSO_WM_SLIDE_FIGMA_DIAGRAM" val="1"/>
</p:tagLst>
</file>

<file path=ppt/tags/tag303.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Item title"/>
  <p:tag name="KSO_WM_SLIDE_FIGMA_DIAGRAM" val="1"/>
</p:tagLst>
</file>

<file path=ppt/tags/tag304.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8871]}"/>
</p:tagLst>
</file>

<file path=ppt/tags/tag30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i*1_1"/>
  <p:tag name="KSO_WM_TEMPLATE_CATEGORY" val="diagram"/>
  <p:tag name="KSO_WM_TEMPLATE_INDEX" val="20238165"/>
  <p:tag name="KSO_WM_UNIT_LAYERLEVEL" val="1_1"/>
  <p:tag name="KSO_WM_TAG_VERSION" val="3.0"/>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gradient&quot;:[{&quot;brightness&quot;:0.800000011920929,&quot;colorType&quot;:1,&quot;foreColorIndex&quot;:5,&quot;pos&quot;:0,&quot;transparency&quot;:0.800000011920929},{&quot;brightness&quot;:0.6000000238418579,&quot;colorType&quot;:1,&quot;foreColorIndex&quot;:5,&quot;pos&quot;:1,&quot;transparency&quot;:0}],&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30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i*1_2"/>
  <p:tag name="KSO_WM_TEMPLATE_CATEGORY" val="diagram"/>
  <p:tag name="KSO_WM_TEMPLATE_INDEX" val="20238165"/>
  <p:tag name="KSO_WM_UNIT_LAYERLEVEL" val="1_1"/>
  <p:tag name="KSO_WM_TAG_VERSION" val="3.0"/>
  <p:tag name="KSO_WM_DIAGRAM_GROUP_CODE" val="m1-1"/>
  <p:tag name="KSO_WM_UNIT_TYPE" val="m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gradient&quot;:[{&quot;brightness&quot;:0.800000011920929,&quot;colorType&quot;:1,&quot;foreColorIndex&quot;:5,&quot;pos&quot;:0,&quot;transparency&quot;:1},{&quot;brightness&quot;:0.800000011920929,&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30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i*1_3"/>
  <p:tag name="KSO_WM_TEMPLATE_CATEGORY" val="diagram"/>
  <p:tag name="KSO_WM_TEMPLATE_INDEX" val="20238165"/>
  <p:tag name="KSO_WM_UNIT_LAYERLEVEL" val="1_1"/>
  <p:tag name="KSO_WM_TAG_VERSION" val="3.0"/>
  <p:tag name="KSO_WM_DIAGRAM_GROUP_CODE" val="m1-1"/>
  <p:tag name="KSO_WM_UNIT_TYPE" val="m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gradient&quot;:[{&quot;brightness&quot;:0.800000011920929,&quot;colorType&quot;:1,&quot;foreColorIndex&quot;:5,&quot;pos&quot;:0,&quot;transparency&quot;:1},{&quot;brightness&quot;:0.800000011920929,&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30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h_i*1_1_2"/>
  <p:tag name="KSO_WM_TEMPLATE_CATEGORY" val="diagram"/>
  <p:tag name="KSO_WM_TEMPLATE_INDEX" val="20238165"/>
  <p:tag name="KSO_WM_UNIT_LAYERLEVEL" val="1_1_1"/>
  <p:tag name="KSO_WM_TAG_VERSION" val="3.0"/>
  <p:tag name="KSO_WM_DIAGRAM_GROUP_CODE" val="m1-1"/>
  <p:tag name="KSO_WM_UNIT_TYPE" val="m_h_i"/>
  <p:tag name="KSO_WM_UNIT_INDEX" val="1_1_2"/>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step 01"/>
  <p:tag name="KSO_WM_UNIT_FILL_TYPE" val="3"/>
  <p:tag name="KSO_WM_DIAGRAM_USE_COLOR_VALUE" val="{&quot;color_scheme&quot;:1,&quot;color_type&quot;:1,&quot;theme_color_indexes&quot;:[5,6,5,6,5,6]}"/>
</p:tagLst>
</file>

<file path=ppt/tags/tag30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h_i*1_2_1"/>
  <p:tag name="KSO_WM_TEMPLATE_CATEGORY" val="diagram"/>
  <p:tag name="KSO_WM_TEMPLATE_INDEX" val="20238165"/>
  <p:tag name="KSO_WM_UNIT_LAYERLEVEL" val="1_1_1"/>
  <p:tag name="KSO_WM_TAG_VERSION" val="3.0"/>
  <p:tag name="KSO_WM_DIAGRAM_GROUP_CODE" val="m1-1"/>
  <p:tag name="KSO_WM_UNIT_TYPE" val="m_h_i"/>
  <p:tag name="KSO_WM_UNIT_INDEX" val="1_2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gradient&quot;:[{&quot;brightness&quot;:0.30000001192092896,&quot;colorType&quot;:1,&quot;foreColorIndex&quot;:5,&quot;pos&quot;:0,&quot;transparency&quot;:0},{&quot;brightness&quot;:-0.05000000074505806,&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step 02"/>
  <p:tag name="KSO_WM_UNIT_FILL_TYPE" val="3"/>
  <p:tag name="KSO_WM_DIAGRAM_USE_COLOR_VALUE" val="{&quot;color_scheme&quot;:1,&quot;color_type&quot;:1,&quot;theme_color_indexes&quot;:[5,6,5,6,5,6]}"/>
</p:tagLst>
</file>

<file path=ppt/tags/tag3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h_i*1_3_2"/>
  <p:tag name="KSO_WM_TEMPLATE_CATEGORY" val="diagram"/>
  <p:tag name="KSO_WM_TEMPLATE_INDEX" val="20238165"/>
  <p:tag name="KSO_WM_UNIT_LAYERLEVEL" val="1_1_1"/>
  <p:tag name="KSO_WM_TAG_VERSION" val="3.0"/>
  <p:tag name="KSO_WM_DIAGRAM_GROUP_CODE" val="m1-1"/>
  <p:tag name="KSO_WM_UNIT_TYPE" val="m_h_i"/>
  <p:tag name="KSO_WM_UNIT_INDEX" val="1_3_2"/>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step 03"/>
  <p:tag name="KSO_WM_UNIT_FILL_TYPE" val="3"/>
  <p:tag name="KSO_WM_DIAGRAM_USE_COLOR_VALUE" val="{&quot;color_scheme&quot;:1,&quot;color_type&quot;:1,&quot;theme_color_indexes&quot;:[5,6,5,6,5,6]}"/>
</p:tagLst>
</file>

<file path=ppt/tags/tag3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h_i*1_4_2"/>
  <p:tag name="KSO_WM_TEMPLATE_CATEGORY" val="diagram"/>
  <p:tag name="KSO_WM_TEMPLATE_INDEX" val="20238165"/>
  <p:tag name="KSO_WM_UNIT_LAYERLEVEL" val="1_1_1"/>
  <p:tag name="KSO_WM_TAG_VERSION" val="3.0"/>
  <p:tag name="KSO_WM_DIAGRAM_GROUP_CODE" val="m1-1"/>
  <p:tag name="KSO_WM_UNIT_TYPE" val="m_h_i"/>
  <p:tag name="KSO_WM_UNIT_INDEX" val="1_4_2"/>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gradient&quot;:[{&quot;brightness&quot;:0.15000000596046448,&quot;colorType&quot;:1,&quot;foreColorIndex&quot;:5,&quot;pos&quot;:0,&quot;transparency&quot;:0},{&quot;brightness&quot;:-0.15000000596046448,&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step 04"/>
  <p:tag name="KSO_WM_UNIT_FILL_TYPE" val="3"/>
  <p:tag name="KSO_WM_DIAGRAM_USE_COLOR_VALUE" val="{&quot;color_scheme&quot;:1,&quot;color_type&quot;:1,&quot;theme_color_indexes&quot;:[5,6,5,6,5,6]}"/>
</p:tagLst>
</file>

<file path=ppt/tags/tag31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165_4*m_h_i*1_5_1"/>
  <p:tag name="KSO_WM_TEMPLATE_CATEGORY" val="diagram"/>
  <p:tag name="KSO_WM_TEMPLATE_INDEX" val="20238165"/>
  <p:tag name="KSO_WM_UNIT_LAYERLEVEL" val="1_1_1"/>
  <p:tag name="KSO_WM_TAG_VERSION" val="3.0"/>
  <p:tag name="KSO_WM_DIAGRAM_GROUP_CODE" val="m1-1"/>
  <p:tag name="KSO_WM_UNIT_TYPE" val="m_h_i"/>
  <p:tag name="KSO_WM_UNIT_INDEX" val="1_5_1"/>
  <p:tag name="KSO_WM_UNIT_SUBTYPE" val="d"/>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step 05"/>
  <p:tag name="KSO_WM_UNIT_FILL_TYPE" val="3"/>
  <p:tag name="KSO_WM_DIAGRAM_USE_COLOR_VALUE" val="{&quot;color_scheme&quot;:1,&quot;color_type&quot;:1,&quot;theme_color_indexes&quot;:[5,6,5,6,5,6]}"/>
</p:tagLst>
</file>

<file path=ppt/tags/tag31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8165_4*m_h_f*1_1_1"/>
  <p:tag name="KSO_WM_TEMPLATE_CATEGORY" val="diagram"/>
  <p:tag name="KSO_WM_TEMPLATE_INDEX" val="20238165"/>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DIAGRAM_USE_COLOR_VALUE" val="{&quot;color_scheme&quot;:1,&quot;color_type&quot;:1,&quot;theme_color_indexes&quot;:[5,6,5,6,5,6]}"/>
</p:tagLst>
</file>

<file path=ppt/tags/tag3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8165_4*m_h_i*1_1_1"/>
  <p:tag name="KSO_WM_TEMPLATE_CATEGORY" val="diagram"/>
  <p:tag name="KSO_WM_TEMPLATE_INDEX" val="20238165"/>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31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8165_4*m_h_f*1_3_1"/>
  <p:tag name="KSO_WM_TEMPLATE_CATEGORY" val="diagram"/>
  <p:tag name="KSO_WM_TEMPLATE_INDEX" val="20238165"/>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DIAGRAM_USE_COLOR_VALUE" val="{&quot;color_scheme&quot;:1,&quot;color_type&quot;:1,&quot;theme_color_indexes&quot;:[5,6,5,6,5,6]}"/>
</p:tagLst>
</file>

<file path=ppt/tags/tag3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8165_4*m_h_i*1_3_1"/>
  <p:tag name="KSO_WM_TEMPLATE_CATEGORY" val="diagram"/>
  <p:tag name="KSO_WM_TEMPLATE_INDEX" val="20238165"/>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3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8165_4*m_h_f*1_5_1"/>
  <p:tag name="KSO_WM_TEMPLATE_CATEGORY" val="diagram"/>
  <p:tag name="KSO_WM_TEMPLATE_INDEX" val="20238165"/>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DIAGRAM_USE_COLOR_VALUE" val="{&quot;color_scheme&quot;:1,&quot;color_type&quot;:1,&quot;theme_color_indexes&quot;:[5,6,5,6,5,6]}"/>
</p:tagLst>
</file>

<file path=ppt/tags/tag31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38165_4*m_h_i*1_5_2"/>
  <p:tag name="KSO_WM_TEMPLATE_CATEGORY" val="diagram"/>
  <p:tag name="KSO_WM_TEMPLATE_INDEX" val="20238165"/>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3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8165_4*m_h_f*1_4_1"/>
  <p:tag name="KSO_WM_TEMPLATE_CATEGORY" val="diagram"/>
  <p:tag name="KSO_WM_TEMPLATE_INDEX" val="20238165"/>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DIAGRAM_USE_COLOR_VALUE" val="{&quot;color_scheme&quot;:1,&quot;color_type&quot;:1,&quot;theme_color_indexes&quot;:[5,6,5,6,5,6]}"/>
</p:tagLst>
</file>

<file path=ppt/tags/tag3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38165_4*m_h_i*1_4_1"/>
  <p:tag name="KSO_WM_TEMPLATE_CATEGORY" val="diagram"/>
  <p:tag name="KSO_WM_TEMPLATE_INDEX" val="20238165"/>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3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8165_4*m_h_f*1_2_1"/>
  <p:tag name="KSO_WM_TEMPLATE_CATEGORY" val="diagram"/>
  <p:tag name="KSO_WM_TEMPLATE_INDEX" val="20238165"/>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DIAGRAM_USE_COLOR_VALUE" val="{&quot;color_scheme&quot;:1,&quot;color_type&quot;:1,&quot;theme_color_indexes&quot;:[5,6,5,6,5,6]}"/>
</p:tagLst>
</file>

<file path=ppt/tags/tag3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8165_4*m_h_i*1_2_2"/>
  <p:tag name="KSO_WM_TEMPLATE_CATEGORY" val="diagram"/>
  <p:tag name="KSO_WM_TEMPLATE_INDEX" val="20238165"/>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2.4000393700788,&quot;left&quot;:53.48149606299213,&quot;top&quot;:139.725,&quot;width&quot;:856.73700787401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5,6,5,6,5,6]}"/>
</p:tagLst>
</file>

<file path=ppt/tags/tag323.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24.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25.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26.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27.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28.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29.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31621"/>
  <p:tag name="KSO_WM_TEMPLATE_SLIDE_ID" val="slide_cea45c27deb23863"/>
  <p:tag name="resource_record_key" val="{&quot;65&quot;:[40490144],&quot;70&quot;:[3312126]}"/>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78_4*l_h_i*1_2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DIAGRAM_USE_COLOR_VALUE" val="{&quot;color_scheme&quot;:1,&quot;color_type&quot;:1,&quot;theme_color_indexes&quot;:[5,6,5,6,5,6]}"/>
</p:tagLst>
</file>

<file path=ppt/tags/tag331.xml><?xml version="1.0" encoding="utf-8"?>
<p:tagLst xmlns:p="http://schemas.openxmlformats.org/presentationml/2006/main">
  <p:tag name="KSO_WM_UNIT_COMPATIBLE" val="0"/>
  <p:tag name="KSO_WM_UNIT_DIAGRAM_ISREFERUNIT" val="0"/>
  <p:tag name="KSO_WM_UNIT_TYPE" val="l_h_i"/>
  <p:tag name="KSO_WM_TEMPLATE_INDEX" val="20238278"/>
  <p:tag name="KSO_WM_TAG_VERSION" val="3.0"/>
  <p:tag name="KSO_WM_DIAGRAM_COLOR_TRICK" val="1"/>
  <p:tag name="KSO_WM_DIAGRAM_MAX_ITEMCNT" val="5"/>
  <p:tag name="KSO_WM_DIAGRAM_VIRTUALLY_FRAME" val="{&quot;height&quot;:387.4750061035156,&quot;left&quot;:8.24613037109375,&quot;top&quot;:85.32499389648437,&quot;width&quot;:948.9077392578125}"/>
  <p:tag name="KSO_WM_BEAUTIFY_FLAG" val="#wm#"/>
  <p:tag name="KSO_WM_UNIT_HIGHLIGHT" val="0"/>
  <p:tag name="KSO_WM_UNIT_DIAGRAM_ISNUMVISUAL" val="0"/>
  <p:tag name="KSO_WM_DIAGRAM_GROUP_CODE" val="l1-1"/>
  <p:tag name="KSO_WM_UNIT_SUBTYPE" val="d"/>
  <p:tag name="KSO_WM_UNIT_INDEX" val="1_1_1"/>
  <p:tag name="KSO_WM_UNIT_ID" val="diagram20238278_4*l_h_i*1_1_1"/>
  <p:tag name="KSO_WM_TEMPLATE_CATEGORY" val="diagram"/>
  <p:tag name="KSO_WM_UNIT_LAYERLEVEL" val="1_1_1"/>
  <p:tag name="KSO_WM_DIAGRAM_VERSION" val="3"/>
  <p:tag name="KSO_WM_DIAGRAM_COLOR_TEXT_CAN_REMOVE" val="n"/>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3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8278_4*l_h_a*1_1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33"/>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33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8278_4*l_h_f*1_1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4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334.xml><?xml version="1.0" encoding="utf-8"?>
<p:tagLst xmlns:p="http://schemas.openxmlformats.org/presentationml/2006/main">
  <p:tag name="KSO_WM_UNIT_COMPATIBLE" val="0"/>
  <p:tag name="KSO_WM_UNIT_DIAGRAM_ISREFERUNIT" val="0"/>
  <p:tag name="KSO_WM_UNIT_TYPE" val="l_h_i"/>
  <p:tag name="KSO_WM_TEMPLATE_INDEX" val="20238278"/>
  <p:tag name="KSO_WM_TAG_VERSION" val="3.0"/>
  <p:tag name="KSO_WM_DIAGRAM_COLOR_TRICK" val="1"/>
  <p:tag name="KSO_WM_DIAGRAM_MAX_ITEMCNT" val="5"/>
  <p:tag name="KSO_WM_DIAGRAM_VIRTUALLY_FRAME" val="{&quot;height&quot;:387.4750061035156,&quot;left&quot;:8.24613037109375,&quot;top&quot;:85.32499389648437,&quot;width&quot;:948.9077392578125}"/>
  <p:tag name="KSO_WM_BEAUTIFY_FLAG" val="#wm#"/>
  <p:tag name="KSO_WM_UNIT_HIGHLIGHT" val="0"/>
  <p:tag name="KSO_WM_UNIT_DIAGRAM_ISNUMVISUAL" val="0"/>
  <p:tag name="KSO_WM_DIAGRAM_GROUP_CODE" val="l1-1"/>
  <p:tag name="KSO_WM_UNIT_SUBTYPE" val="d"/>
  <p:tag name="KSO_WM_UNIT_INDEX" val="1_2_2"/>
  <p:tag name="KSO_WM_UNIT_ID" val="diagram20238278_4*l_h_i*1_2_2"/>
  <p:tag name="KSO_WM_TEMPLATE_CATEGORY" val="diagram"/>
  <p:tag name="KSO_WM_UNIT_LAYERLEVEL" val="1_1_1"/>
  <p:tag name="KSO_WM_DIAGRAM_VERSION" val="3"/>
  <p:tag name="KSO_WM_DIAGRAM_COLOR_TEXT_CAN_REMOVE" val="n"/>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3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8278_4*l_h_a*1_2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33"/>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33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8278_4*l_h_f*1_2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4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337.xml><?xml version="1.0" encoding="utf-8"?>
<p:tagLst xmlns:p="http://schemas.openxmlformats.org/presentationml/2006/main">
  <p:tag name="KSO_WM_UNIT_COMPATIBLE" val="0"/>
  <p:tag name="KSO_WM_UNIT_DIAGRAM_ISREFERUNIT" val="0"/>
  <p:tag name="KSO_WM_UNIT_TYPE" val="l_h_i"/>
  <p:tag name="KSO_WM_TEMPLATE_INDEX" val="20238278"/>
  <p:tag name="KSO_WM_TAG_VERSION" val="3.0"/>
  <p:tag name="KSO_WM_DIAGRAM_COLOR_TRICK" val="1"/>
  <p:tag name="KSO_WM_DIAGRAM_MAX_ITEMCNT" val="5"/>
  <p:tag name="KSO_WM_DIAGRAM_VIRTUALLY_FRAME" val="{&quot;height&quot;:387.4750061035156,&quot;left&quot;:8.24613037109375,&quot;top&quot;:85.32499389648437,&quot;width&quot;:948.9077392578125}"/>
  <p:tag name="KSO_WM_BEAUTIFY_FLAG" val="#wm#"/>
  <p:tag name="KSO_WM_UNIT_HIGHLIGHT" val="0"/>
  <p:tag name="KSO_WM_UNIT_DIAGRAM_ISNUMVISUAL" val="0"/>
  <p:tag name="KSO_WM_DIAGRAM_GROUP_CODE" val="l1-1"/>
  <p:tag name="KSO_WM_UNIT_SUBTYPE" val="d"/>
  <p:tag name="KSO_WM_UNIT_INDEX" val="1_3_2"/>
  <p:tag name="KSO_WM_UNIT_ID" val="diagram20238278_4*l_h_i*1_3_2"/>
  <p:tag name="KSO_WM_TEMPLATE_CATEGORY" val="diagram"/>
  <p:tag name="KSO_WM_UNIT_LAYERLEVEL" val="1_1_1"/>
  <p:tag name="KSO_WM_DIAGRAM_VERSION" val="3"/>
  <p:tag name="KSO_WM_DIAGRAM_COLOR_TEXT_CAN_REMOVE" val="n"/>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3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78_4*l_h_a*1_3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33"/>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33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78_4*l_h_f*1_3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4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340.xml><?xml version="1.0" encoding="utf-8"?>
<p:tagLst xmlns:p="http://schemas.openxmlformats.org/presentationml/2006/main">
  <p:tag name="KSO_WM_UNIT_COMPATIBLE" val="0"/>
  <p:tag name="KSO_WM_UNIT_DIAGRAM_ISREFERUNIT" val="0"/>
  <p:tag name="KSO_WM_UNIT_TYPE" val="l_h_i"/>
  <p:tag name="KSO_WM_TEMPLATE_INDEX" val="20238278"/>
  <p:tag name="KSO_WM_TAG_VERSION" val="3.0"/>
  <p:tag name="KSO_WM_DIAGRAM_COLOR_TRICK" val="1"/>
  <p:tag name="KSO_WM_DIAGRAM_MAX_ITEMCNT" val="5"/>
  <p:tag name="KSO_WM_DIAGRAM_VIRTUALLY_FRAME" val="{&quot;height&quot;:387.4750061035156,&quot;left&quot;:8.24613037109375,&quot;top&quot;:85.32499389648437,&quot;width&quot;:948.9077392578125}"/>
  <p:tag name="KSO_WM_BEAUTIFY_FLAG" val="#wm#"/>
  <p:tag name="KSO_WM_UNIT_HIGHLIGHT" val="0"/>
  <p:tag name="KSO_WM_UNIT_DIAGRAM_ISNUMVISUAL" val="0"/>
  <p:tag name="KSO_WM_DIAGRAM_GROUP_CODE" val="l1-1"/>
  <p:tag name="KSO_WM_UNIT_SUBTYPE" val="d"/>
  <p:tag name="KSO_WM_UNIT_INDEX" val="1_4_2"/>
  <p:tag name="KSO_WM_UNIT_ID" val="diagram20238278_4*l_h_i*1_4_2"/>
  <p:tag name="KSO_WM_TEMPLATE_CATEGORY" val="diagram"/>
  <p:tag name="KSO_WM_UNIT_LAYERLEVEL" val="1_1_1"/>
  <p:tag name="KSO_WM_DIAGRAM_VERSION" val="3"/>
  <p:tag name="KSO_WM_DIAGRAM_COLOR_TEXT_CAN_REMOVE" val="n"/>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4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8278_4*l_h_a*1_4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33"/>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3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8278_4*l_h_f*1_4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4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343.xml><?xml version="1.0" encoding="utf-8"?>
<p:tagLst xmlns:p="http://schemas.openxmlformats.org/presentationml/2006/main">
  <p:tag name="KSO_WM_UNIT_COMPATIBLE" val="0"/>
  <p:tag name="KSO_WM_UNIT_DIAGRAM_ISREFERUNIT" val="0"/>
  <p:tag name="KSO_WM_UNIT_TYPE" val="l_h_i"/>
  <p:tag name="KSO_WM_TEMPLATE_INDEX" val="20238278"/>
  <p:tag name="KSO_WM_TAG_VERSION" val="3.0"/>
  <p:tag name="KSO_WM_DIAGRAM_COLOR_TRICK" val="1"/>
  <p:tag name="KSO_WM_DIAGRAM_MAX_ITEMCNT" val="5"/>
  <p:tag name="KSO_WM_DIAGRAM_VIRTUALLY_FRAME" val="{&quot;height&quot;:387.4750061035156,&quot;left&quot;:8.24613037109375,&quot;top&quot;:85.32499389648437,&quot;width&quot;:948.9077392578125}"/>
  <p:tag name="KSO_WM_BEAUTIFY_FLAG" val="#wm#"/>
  <p:tag name="KSO_WM_UNIT_HIGHLIGHT" val="0"/>
  <p:tag name="KSO_WM_UNIT_DIAGRAM_ISNUMVISUAL" val="0"/>
  <p:tag name="KSO_WM_DIAGRAM_GROUP_CODE" val="l1-1"/>
  <p:tag name="KSO_WM_UNIT_SUBTYPE" val="d"/>
  <p:tag name="KSO_WM_UNIT_INDEX" val="1_5_2"/>
  <p:tag name="KSO_WM_UNIT_ID" val="diagram20238278_4*l_h_i*1_5_2"/>
  <p:tag name="KSO_WM_TEMPLATE_CATEGORY" val="diagram"/>
  <p:tag name="KSO_WM_UNIT_LAYERLEVEL" val="1_1_1"/>
  <p:tag name="KSO_WM_DIAGRAM_VERSION" val="3"/>
  <p:tag name="KSO_WM_DIAGRAM_COLOR_TEXT_CAN_REMOVE" val="n"/>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5"/>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8278_4*l_h_a*1_5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33"/>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34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8278_4*l_h_f*1_5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4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5,6,5,6,5,6]}"/>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8278_4*l_h_i*1_3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DIAGRAM_USE_COLOR_VALUE" val="{&quot;color_scheme&quot;:1,&quot;color_type&quot;:1,&quot;theme_color_indexes&quot;:[5,6,5,6,5,6]}"/>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8278_4*l_h_i*1_4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DIAGRAM_USE_COLOR_VALUE" val="{&quot;color_scheme&quot;:1,&quot;color_type&quot;:1,&quot;theme_color_indexes&quot;:[5,6,5,6,5,6]}"/>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38278_4*l_h_i*1_5_1"/>
  <p:tag name="KSO_WM_TEMPLATE_CATEGORY" val="diagram"/>
  <p:tag name="KSO_WM_TEMPLATE_INDEX" val="2023827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7.4750061035156,&quot;left&quot;:8.24613037109375,&quot;top&quot;:85.32499389648437,&quot;width&quot;:948.9077392578125}"/>
  <p:tag name="KSO_WM_DIAGRAM_COLOR_MATCH_VALUE" val="{&quot;shape&quot;:{&quot;fill&quot;:{&quot;solid&quot;:{&quot;brightness&quot;:0,&quot;colorType&quot;:2,&quot;rgb&quot;:&quot;#00993f&quot;,&quot;transparency&quot;:1},&quot;type&quot;:1},&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DIAGRAM_USE_COLOR_VALUE" val="{&quot;color_scheme&quot;:1,&quot;color_type&quot;:1,&quot;theme_color_indexes&quot;:[5,6,5,6,5,6]}"/>
</p:tagLst>
</file>

<file path=ppt/tags/tag349.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1621"/>
  <p:tag name="KSO_WM_TEMPLATE_SLIDE_ID" val="slide_c0cab67cb0aa7d3b"/>
  <p:tag name="resource_record_key" val="{&quot;65&quot;:[40490144],&quot;70&quot;:[3322089]}"/>
</p:tagLst>
</file>

<file path=ppt/tags/tag350.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1621"/>
  <p:tag name="KSO_WM_TEMPLATE_SLIDE_ID" val="slide_bbe06d0e100c38b8"/>
</p:tagLst>
</file>

<file path=ppt/tags/tag351.xml><?xml version="1.0" encoding="utf-8"?>
<p:tagLst xmlns:p="http://schemas.openxmlformats.org/presentationml/2006/main">
  <p:tag name="KSO_WM_UNIT_ISCONTENTSTITLE" val="0"/>
  <p:tag name="KSO_WM_BEAUTIFY_FLAG" val="#wm#"/>
  <p:tag name="KSO_WM_UNIT_INDEX" val="1"/>
  <p:tag name="KSO_WM_UNIT_TEXT_TYPE" val="1"/>
  <p:tag name="KSO_WM_UNIT_TYPE" val="a"/>
  <p:tag name="KSO_WM_LAYOUT_CHECK_HASH" val="be063eb036f2c9e41b2b3af0e2c977e06ea5097c"/>
  <p:tag name="KSO_WM_NEWLAYOUT_ID" val="467"/>
  <p:tag name="KSO_WM_UNIT_PRESET_TEXT" val="谢谢观看"/>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144"/>
  <p:tag name="KSO_WM_TEMPLATE_CATEGORY" val="custom"/>
</p:tagLst>
</file>

<file path=ppt/tags/tag352.xml><?xml version="1.0" encoding="utf-8"?>
<p:tagLst xmlns:p="http://schemas.openxmlformats.org/presentationml/2006/main">
  <p:tag name="KSO_WM_SLIDE_CONTENT_ORIENTATION" val="center"/>
  <p:tag name="KSO_WM_SLIDE_HAS_MASK" val="0"/>
  <p:tag name="KSO_WM_SLIDE_ITEM_CNT" val="0"/>
  <p:tag name="KSO_WM_SLIDE_TYPE" val="endPage"/>
  <p:tag name="KSO_WM_TEMPLATE_SUBCATEGORY" val="29"/>
  <p:tag name="KSO_WM_BEAUTIFY_FLAG" val="#wm#"/>
  <p:tag name="KSO_WM_TEMPLATE_SLIDE_ID" val="slide_47de9d0eaa58c516"/>
  <p:tag name="KSO_WM_TEMPLATE_INDEX" val="40490144"/>
  <p:tag name="KSO_WM_TEMPLATE_CATEGORY" val="custom"/>
  <p:tag name="KSO_WM_SLIDE_INDEX" val="5"/>
  <p:tag name="KSO_WM_SLIDE_ID" val="custom40490144_9"/>
  <p:tag name="KSO_WM_TEMPLATE_MASTER_TYPE" val="0"/>
  <p:tag name="KSO_WM_SLIDE_LAYOUT" val="a_b"/>
  <p:tag name="KSO_WM_SLIDE_LAYOUT_CNT" val="1_1"/>
  <p:tag name="KSO_WM_TAG_VERSION" val="3.0"/>
</p:tagLst>
</file>

<file path=ppt/tags/tag353.xml><?xml version="1.0" encoding="utf-8"?>
<p:tagLst xmlns:p="http://schemas.openxmlformats.org/presentationml/2006/main">
  <p:tag name="commondata" val="eyJoZGlkIjoiYTBiZWE2ZWRjZjk1ZmUxOTc0MTVmYTU3MjNhZWI5M2EifQ=="/>
  <p:tag name="resource_record_key" val="{&quot;65&quot;:[40490144],&quot;70&quot;:[3312126,3321538,3321646,3315875,3321358,3322089,331887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_Theme_2">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_Theme_1">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9266</Words>
  <Application>WPS Presentation</Application>
  <PresentationFormat>Widescreen</PresentationFormat>
  <Paragraphs>286</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16</vt:i4>
      </vt:variant>
    </vt:vector>
  </HeadingPairs>
  <TitlesOfParts>
    <vt:vector size="27" baseType="lpstr">
      <vt:lpstr>Arial</vt:lpstr>
      <vt:lpstr>SimSun</vt:lpstr>
      <vt:lpstr>Wingdings</vt:lpstr>
      <vt:lpstr>MiSans</vt:lpstr>
      <vt:lpstr>Wingdings</vt:lpstr>
      <vt:lpstr>Calibri</vt:lpstr>
      <vt:lpstr>Microsoft YaHei</vt:lpstr>
      <vt:lpstr>Arial Unicode MS</vt:lpstr>
      <vt:lpstr>Office Theme</vt:lpstr>
      <vt:lpstr>Office_Theme_2</vt:lpstr>
      <vt:lpstr>Office_Theme_1</vt:lpstr>
      <vt:lpstr>E-Commerce Cohort Retention &amp; Customer Lifetime Value Analysis Understanding Customer Retention, Churn Patterns &amp; Lifetime Value through Cohort and Retenion Analytics</vt:lpstr>
      <vt:lpstr>Executive Problem Statement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Workplace Support</vt:lpstr>
      <vt:lpstr>Key Takeaways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Cohort Retention &amp; Customer Lifetime Value Analysis Understanding Customer Retention, Churn Patterns &amp; Lifetime Value through Cohort and Retenion Analytics</dc:title>
  <dc:creator/>
  <cp:lastModifiedBy>Yusuf Bahrainwala</cp:lastModifiedBy>
  <cp:revision>8</cp:revision>
  <dcterms:created xsi:type="dcterms:W3CDTF">2026-08-01T15:32:00Z</dcterms:created>
  <dcterms:modified xsi:type="dcterms:W3CDTF">2026-08-07T15:18:51Z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KSOTemplateUUID">
    <vt:lpwstr>v1.0_ai_69796631621</vt:lpwstr>
  </property>
  <property fmtid="{D5CDD505-2E9C-101B-9397-08002B2CF9AE}" pid="4" name="ICV">
    <vt:lpwstr>1209690F94566D1B2CB46C6A2DADEBF7_42</vt:lpwstr>
  </property>
</Properties>
</file>